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embeddedFontLst>
    <p:embeddedFont>
      <p:font typeface="Roboto"/>
      <p:regular r:id="rId33"/>
      <p:bold r:id="rId34"/>
      <p:italic r:id="rId35"/>
      <p:boldItalic r:id="rId36"/>
    </p:embeddedFont>
    <p:embeddedFont>
      <p:font typeface="Fira Sans Extra Condensed Medium"/>
      <p:regular r:id="rId37"/>
      <p:bold r:id="rId38"/>
      <p:italic r:id="rId39"/>
      <p:boldItalic r:id="rId40"/>
    </p:embeddedFont>
    <p:embeddedFont>
      <p:font typeface="Open Sans SemiBold"/>
      <p:regular r:id="rId41"/>
      <p:bold r:id="rId42"/>
      <p:italic r:id="rId43"/>
      <p:boldItalic r:id="rId44"/>
    </p:embeddedFont>
    <p:embeddedFont>
      <p:font typeface="Share"/>
      <p:regular r:id="rId45"/>
      <p:bold r:id="rId46"/>
      <p:italic r:id="rId47"/>
      <p:boldItalic r:id="rId48"/>
    </p:embeddedFont>
    <p:embeddedFont>
      <p:font typeface="DM Serif Display"/>
      <p:regular r:id="rId49"/>
      <p:italic r:id="rId50"/>
    </p:embeddedFont>
    <p:embeddedFont>
      <p:font typeface="Open Sans Light"/>
      <p:regular r:id="rId51"/>
      <p:bold r:id="rId52"/>
      <p:italic r:id="rId53"/>
      <p:boldItalic r:id="rId54"/>
    </p:embeddedFont>
    <p:embeddedFont>
      <p:font typeface="Open Sans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D550E9-CF68-4BFD-92F3-A261EC678269}">
  <a:tblStyle styleId="{F1D550E9-CF68-4BFD-92F3-A261EC67826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FiraSansExtraCondensedMedium-boldItalic.fntdata"/><Relationship Id="rId42" Type="http://schemas.openxmlformats.org/officeDocument/2006/relationships/font" Target="fonts/OpenSansSemiBold-bold.fntdata"/><Relationship Id="rId41" Type="http://schemas.openxmlformats.org/officeDocument/2006/relationships/font" Target="fonts/OpenSansSemiBold-regular.fntdata"/><Relationship Id="rId44" Type="http://schemas.openxmlformats.org/officeDocument/2006/relationships/font" Target="fonts/OpenSansSemiBold-boldItalic.fntdata"/><Relationship Id="rId43" Type="http://schemas.openxmlformats.org/officeDocument/2006/relationships/font" Target="fonts/OpenSansSemiBold-italic.fntdata"/><Relationship Id="rId46" Type="http://schemas.openxmlformats.org/officeDocument/2006/relationships/font" Target="fonts/Share-bold.fntdata"/><Relationship Id="rId45" Type="http://schemas.openxmlformats.org/officeDocument/2006/relationships/font" Target="fonts/Share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Share-boldItalic.fntdata"/><Relationship Id="rId47" Type="http://schemas.openxmlformats.org/officeDocument/2006/relationships/font" Target="fonts/Share-italic.fntdata"/><Relationship Id="rId49" Type="http://schemas.openxmlformats.org/officeDocument/2006/relationships/font" Target="fonts/DMSerifDisplay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font" Target="fonts/Roboto-regular.fntdata"/><Relationship Id="rId32" Type="http://schemas.openxmlformats.org/officeDocument/2006/relationships/slide" Target="slides/slide27.xml"/><Relationship Id="rId35" Type="http://schemas.openxmlformats.org/officeDocument/2006/relationships/font" Target="fonts/Roboto-italic.fntdata"/><Relationship Id="rId34" Type="http://schemas.openxmlformats.org/officeDocument/2006/relationships/font" Target="fonts/Roboto-bold.fntdata"/><Relationship Id="rId37" Type="http://schemas.openxmlformats.org/officeDocument/2006/relationships/font" Target="fonts/FiraSansExtraCondensedMedium-regular.fntdata"/><Relationship Id="rId36" Type="http://schemas.openxmlformats.org/officeDocument/2006/relationships/font" Target="fonts/Roboto-boldItalic.fntdata"/><Relationship Id="rId39" Type="http://schemas.openxmlformats.org/officeDocument/2006/relationships/font" Target="fonts/FiraSansExtraCondensedMedium-italic.fntdata"/><Relationship Id="rId38" Type="http://schemas.openxmlformats.org/officeDocument/2006/relationships/font" Target="fonts/FiraSansExtraCondensedMedium-bold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OpenSansLight-regular.fntdata"/><Relationship Id="rId50" Type="http://schemas.openxmlformats.org/officeDocument/2006/relationships/font" Target="fonts/DMSerifDisplay-italic.fntdata"/><Relationship Id="rId53" Type="http://schemas.openxmlformats.org/officeDocument/2006/relationships/font" Target="fonts/OpenSansLight-italic.fntdata"/><Relationship Id="rId52" Type="http://schemas.openxmlformats.org/officeDocument/2006/relationships/font" Target="fonts/OpenSansLight-bold.fntdata"/><Relationship Id="rId11" Type="http://schemas.openxmlformats.org/officeDocument/2006/relationships/slide" Target="slides/slide6.xml"/><Relationship Id="rId55" Type="http://schemas.openxmlformats.org/officeDocument/2006/relationships/font" Target="fonts/OpenSans-regular.fntdata"/><Relationship Id="rId10" Type="http://schemas.openxmlformats.org/officeDocument/2006/relationships/slide" Target="slides/slide5.xml"/><Relationship Id="rId54" Type="http://schemas.openxmlformats.org/officeDocument/2006/relationships/font" Target="fonts/OpenSansLight-boldItalic.fntdata"/><Relationship Id="rId13" Type="http://schemas.openxmlformats.org/officeDocument/2006/relationships/slide" Target="slides/slide8.xml"/><Relationship Id="rId57" Type="http://schemas.openxmlformats.org/officeDocument/2006/relationships/font" Target="fonts/OpenSans-italic.fntdata"/><Relationship Id="rId12" Type="http://schemas.openxmlformats.org/officeDocument/2006/relationships/slide" Target="slides/slide7.xml"/><Relationship Id="rId56" Type="http://schemas.openxmlformats.org/officeDocument/2006/relationships/font" Target="fonts/OpenSans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8" Type="http://schemas.openxmlformats.org/officeDocument/2006/relationships/font" Target="fonts/OpenSans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scedu-my.sharepoint.com/:u:/r/personal/sandari_usc_edu/Documents/DormGrader%20Project%20Schedule.mpp?csf=1&amp;web=1&amp;e=KNKrhj" TargetMode="Externa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9f9e86447f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9f9e86447f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62711bca4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262711bca4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1588ae0e4b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11588ae0e4b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RD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11588ae0e4b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11588ae0e4b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DS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1588ae0e4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11588ae0e4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DS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1588ae0e4b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11588ae0e4b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DS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9fade51e3f_5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29fade51e3f_5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DS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1166a889f7a_1_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1166a889f7a_1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DS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11588ae0e4b_0_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11588ae0e4b_0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MK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9f9e86447f_1_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29f9e86447f_1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1166a889f7a_1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1166a889f7a_1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Yang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Link for MPP: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https://uscedu-my.sharepoint.com/:u:/r/personal/sandari_usc_edu/Documents/DormGrader%20Project%20Schedule.mpp?csf=1&amp;web=1&amp;e=KNKrhj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9f9e86447f_1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29f9e86447f_1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RD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29fade51e3f_5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29fade51e3f_5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RD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29f9e86447f_1_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29f9e86447f_1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RD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29fade51e3f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29fade51e3f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MK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26244417732_6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26244417732_6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MK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29fade51e3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29fade51e3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29fade51e3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29fade51e3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29f9e86447f_1_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29f9e86447f_1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GY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29f9e86447f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29f9e86447f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GY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29f9e86447f_1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29f9e86447f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GY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11588ae0e4b_0_1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11588ae0e4b_0_1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DS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11588ae0e4b_0_1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11588ae0e4b_0_1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DS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262711bca46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262711bca46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29f9e86447f_1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29f9e86447f_1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1166a889f7a_1_10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1166a889f7a_1_10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1166a889f7a_1_285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1166a889f7a_1_285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6.xml"/><Relationship Id="rId3" Type="http://schemas.openxmlformats.org/officeDocument/2006/relationships/slide" Target="/ppt/slides/slide6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2449550" y="1361100"/>
            <a:ext cx="4245000" cy="212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449475" y="3483600"/>
            <a:ext cx="42450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None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800"/>
              <a:buNone/>
              <a:defRPr sz="2800">
                <a:solidFill>
                  <a:srgbClr val="CCCCCC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800"/>
              <a:buNone/>
              <a:defRPr sz="2800">
                <a:solidFill>
                  <a:srgbClr val="CCCCCC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800"/>
              <a:buNone/>
              <a:defRPr sz="2800">
                <a:solidFill>
                  <a:srgbClr val="CCCCCC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800"/>
              <a:buNone/>
              <a:defRPr sz="2800">
                <a:solidFill>
                  <a:srgbClr val="CCCCCC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800"/>
              <a:buNone/>
              <a:defRPr sz="2800">
                <a:solidFill>
                  <a:srgbClr val="CCCCCC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800"/>
              <a:buNone/>
              <a:defRPr sz="2800">
                <a:solidFill>
                  <a:srgbClr val="CCCCCC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800"/>
              <a:buNone/>
              <a:defRPr sz="2800">
                <a:solidFill>
                  <a:srgbClr val="CCCCCC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800"/>
              <a:buNone/>
              <a:defRPr sz="2800">
                <a:solidFill>
                  <a:srgbClr val="CCCCCC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 flipH="1">
            <a:off x="4101575" y="2149455"/>
            <a:ext cx="2954400" cy="192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2pPr>
            <a:lvl3pPr lvl="2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3pPr>
            <a:lvl4pPr lvl="3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4pPr>
            <a:lvl5pPr lvl="4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5pPr>
            <a:lvl6pPr lvl="5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6pPr>
            <a:lvl7pPr lvl="6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7pPr>
            <a:lvl8pPr lvl="7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8pPr>
            <a:lvl9pPr lvl="8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 flipH="1">
            <a:off x="787850" y="2419325"/>
            <a:ext cx="2954400" cy="162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0"/>
              <a:buFont typeface="Fira Sans Extra Condensed Medium"/>
              <a:buNone/>
              <a:defRPr sz="14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0"/>
              <a:buFont typeface="Fira Sans Extra Condensed Medium"/>
              <a:buNone/>
              <a:defRPr sz="14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0"/>
              <a:buFont typeface="Fira Sans Extra Condensed Medium"/>
              <a:buNone/>
              <a:defRPr sz="14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0"/>
              <a:buFont typeface="Fira Sans Extra Condensed Medium"/>
              <a:buNone/>
              <a:defRPr sz="14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0"/>
              <a:buFont typeface="Fira Sans Extra Condensed Medium"/>
              <a:buNone/>
              <a:defRPr sz="14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0"/>
              <a:buFont typeface="Fira Sans Extra Condensed Medium"/>
              <a:buNone/>
              <a:defRPr sz="14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0"/>
              <a:buFont typeface="Fira Sans Extra Condensed Medium"/>
              <a:buNone/>
              <a:defRPr sz="14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0"/>
              <a:buFont typeface="Fira Sans Extra Condensed Medium"/>
              <a:buNone/>
              <a:defRPr sz="14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" type="body"/>
          </p:nvPr>
        </p:nvSpPr>
        <p:spPr>
          <a:xfrm>
            <a:off x="713225" y="1152475"/>
            <a:ext cx="7717500" cy="3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AutoNum type="arabicPeriod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AutoNum type="alphaLcPeriod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AutoNum type="romanLcPeriod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AutoNum type="arabicPeriod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AutoNum type="alphaLcPeriod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AutoNum type="romanLcPeriod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AutoNum type="arabicPeriod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AutoNum type="alphaLcPeriod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AutoNum type="romanLcPeriod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idx="1" type="subTitle"/>
          </p:nvPr>
        </p:nvSpPr>
        <p:spPr>
          <a:xfrm>
            <a:off x="934675" y="2689512"/>
            <a:ext cx="2877300" cy="13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9" name="Google Shape;19;p5"/>
          <p:cNvSpPr txBox="1"/>
          <p:nvPr>
            <p:ph idx="2" type="subTitle"/>
          </p:nvPr>
        </p:nvSpPr>
        <p:spPr>
          <a:xfrm>
            <a:off x="5371300" y="2689513"/>
            <a:ext cx="2877300" cy="13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20" name="Google Shape;20;p5"/>
          <p:cNvSpPr txBox="1"/>
          <p:nvPr>
            <p:ph type="ctrTitle"/>
          </p:nvPr>
        </p:nvSpPr>
        <p:spPr>
          <a:xfrm>
            <a:off x="934675" y="2129925"/>
            <a:ext cx="2877300" cy="2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/>
        </p:txBody>
      </p:sp>
      <p:sp>
        <p:nvSpPr>
          <p:cNvPr id="21" name="Google Shape;21;p5"/>
          <p:cNvSpPr txBox="1"/>
          <p:nvPr>
            <p:ph idx="3" type="ctrTitle"/>
          </p:nvPr>
        </p:nvSpPr>
        <p:spPr>
          <a:xfrm>
            <a:off x="5371300" y="2129925"/>
            <a:ext cx="2877300" cy="2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800"/>
              <a:buFont typeface="DM Serif Display"/>
              <a:buNone/>
              <a:defRPr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ctrTitle"/>
          </p:nvPr>
        </p:nvSpPr>
        <p:spPr>
          <a:xfrm>
            <a:off x="723600" y="470625"/>
            <a:ext cx="1567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>
            <p:ph type="title"/>
          </p:nvPr>
        </p:nvSpPr>
        <p:spPr>
          <a:xfrm>
            <a:off x="1223575" y="1301500"/>
            <a:ext cx="36198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" name="Google Shape;26;p7"/>
          <p:cNvSpPr txBox="1"/>
          <p:nvPr>
            <p:ph idx="1" type="body"/>
          </p:nvPr>
        </p:nvSpPr>
        <p:spPr>
          <a:xfrm>
            <a:off x="1223575" y="2039900"/>
            <a:ext cx="3619800" cy="18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2019050" y="1302350"/>
            <a:ext cx="5106000" cy="238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/>
          <p:nvPr>
            <p:ph type="title"/>
          </p:nvPr>
        </p:nvSpPr>
        <p:spPr>
          <a:xfrm flipH="1">
            <a:off x="4804872" y="2123400"/>
            <a:ext cx="2847000" cy="89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None/>
              <a:defRPr>
                <a:solidFill>
                  <a:srgbClr val="B7B7B7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None/>
              <a:defRPr>
                <a:solidFill>
                  <a:srgbClr val="B7B7B7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None/>
              <a:defRPr>
                <a:solidFill>
                  <a:srgbClr val="B7B7B7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None/>
              <a:defRPr>
                <a:solidFill>
                  <a:srgbClr val="B7B7B7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None/>
              <a:defRPr>
                <a:solidFill>
                  <a:srgbClr val="B7B7B7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None/>
              <a:defRPr>
                <a:solidFill>
                  <a:srgbClr val="B7B7B7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None/>
              <a:defRPr>
                <a:solidFill>
                  <a:srgbClr val="B7B7B7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None/>
              <a:defRPr>
                <a:solidFill>
                  <a:srgbClr val="B7B7B7"/>
                </a:solidFill>
              </a:defRPr>
            </a:lvl9pPr>
          </a:lstStyle>
          <a:p/>
        </p:txBody>
      </p:sp>
      <p:sp>
        <p:nvSpPr>
          <p:cNvPr id="31" name="Google Shape;31;p9"/>
          <p:cNvSpPr txBox="1"/>
          <p:nvPr>
            <p:ph idx="1" type="subTitle"/>
          </p:nvPr>
        </p:nvSpPr>
        <p:spPr>
          <a:xfrm>
            <a:off x="2178957" y="2185251"/>
            <a:ext cx="1995900" cy="117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None/>
              <a:defRPr sz="11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None/>
              <a:defRPr sz="11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None/>
              <a:defRPr sz="11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None/>
              <a:defRPr sz="11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None/>
              <a:defRPr sz="11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None/>
              <a:defRPr sz="11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None/>
              <a:defRPr sz="11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None/>
              <a:defRPr sz="11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None/>
              <a:defRPr sz="11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/>
          <p:nvPr>
            <p:ph idx="1" type="body"/>
          </p:nvPr>
        </p:nvSpPr>
        <p:spPr>
          <a:xfrm>
            <a:off x="713225" y="3689525"/>
            <a:ext cx="77175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3600">
                <a:latin typeface="DM Serif Display"/>
                <a:ea typeface="DM Serif Display"/>
                <a:cs typeface="DM Serif Display"/>
                <a:sym typeface="DM Serif Display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/>
          <p:nvPr>
            <p:ph hasCustomPrompt="1" type="title"/>
          </p:nvPr>
        </p:nvSpPr>
        <p:spPr>
          <a:xfrm>
            <a:off x="713100" y="2293525"/>
            <a:ext cx="7717800" cy="149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" name="Google Shape;36;p11"/>
          <p:cNvSpPr txBox="1"/>
          <p:nvPr>
            <p:ph idx="1" type="subTitle"/>
          </p:nvPr>
        </p:nvSpPr>
        <p:spPr>
          <a:xfrm>
            <a:off x="712975" y="3945425"/>
            <a:ext cx="7717800" cy="4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None/>
              <a:defRPr sz="14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None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None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None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None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None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None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None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lt2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3"/>
          <p:cNvSpPr txBox="1"/>
          <p:nvPr>
            <p:ph type="ctrTitle"/>
          </p:nvPr>
        </p:nvSpPr>
        <p:spPr>
          <a:xfrm>
            <a:off x="723600" y="470622"/>
            <a:ext cx="1753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" name="Google Shape;40;p13">
            <a:hlinkClick action="ppaction://hlinksldjump" r:id="rId2"/>
          </p:cNvPr>
          <p:cNvSpPr txBox="1"/>
          <p:nvPr>
            <p:ph idx="2" type="ctrTitle"/>
          </p:nvPr>
        </p:nvSpPr>
        <p:spPr>
          <a:xfrm>
            <a:off x="2869492" y="2202425"/>
            <a:ext cx="11700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41" name="Google Shape;41;p13"/>
          <p:cNvSpPr txBox="1"/>
          <p:nvPr>
            <p:ph idx="1" type="subTitle"/>
          </p:nvPr>
        </p:nvSpPr>
        <p:spPr>
          <a:xfrm>
            <a:off x="2133184" y="2617473"/>
            <a:ext cx="19065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2" name="Google Shape;42;p13">
            <a:hlinkClick action="ppaction://hlinksldjump" r:id="rId3"/>
          </p:cNvPr>
          <p:cNvSpPr txBox="1"/>
          <p:nvPr>
            <p:ph hasCustomPrompt="1" idx="3" type="title"/>
          </p:nvPr>
        </p:nvSpPr>
        <p:spPr>
          <a:xfrm>
            <a:off x="2285884" y="1624335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3" name="Google Shape;43;p13">
            <a:hlinkClick/>
          </p:cNvPr>
          <p:cNvSpPr txBox="1"/>
          <p:nvPr>
            <p:ph idx="4" type="ctrTitle"/>
          </p:nvPr>
        </p:nvSpPr>
        <p:spPr>
          <a:xfrm>
            <a:off x="3965788" y="2199025"/>
            <a:ext cx="22518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44" name="Google Shape;44;p13"/>
          <p:cNvSpPr txBox="1"/>
          <p:nvPr>
            <p:ph idx="5" type="subTitle"/>
          </p:nvPr>
        </p:nvSpPr>
        <p:spPr>
          <a:xfrm>
            <a:off x="4240888" y="2612183"/>
            <a:ext cx="19767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45" name="Google Shape;45;p13">
            <a:hlinkClick/>
          </p:cNvPr>
          <p:cNvSpPr txBox="1"/>
          <p:nvPr>
            <p:ph hasCustomPrompt="1" idx="6" type="title"/>
          </p:nvPr>
        </p:nvSpPr>
        <p:spPr>
          <a:xfrm>
            <a:off x="4483545" y="1620937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6" name="Google Shape;46;p13">
            <a:hlinkClick/>
          </p:cNvPr>
          <p:cNvSpPr txBox="1"/>
          <p:nvPr>
            <p:ph idx="7" type="ctrTitle"/>
          </p:nvPr>
        </p:nvSpPr>
        <p:spPr>
          <a:xfrm>
            <a:off x="6974340" y="2199050"/>
            <a:ext cx="14448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47" name="Google Shape;47;p13"/>
          <p:cNvSpPr txBox="1"/>
          <p:nvPr>
            <p:ph idx="8" type="subTitle"/>
          </p:nvPr>
        </p:nvSpPr>
        <p:spPr>
          <a:xfrm>
            <a:off x="6512506" y="2612198"/>
            <a:ext cx="19065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48" name="Google Shape;48;p13">
            <a:hlinkClick/>
          </p:cNvPr>
          <p:cNvSpPr txBox="1"/>
          <p:nvPr>
            <p:ph hasCustomPrompt="1" idx="9" type="title"/>
          </p:nvPr>
        </p:nvSpPr>
        <p:spPr>
          <a:xfrm>
            <a:off x="6665206" y="1620947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9" name="Google Shape;49;p13">
            <a:hlinkClick/>
          </p:cNvPr>
          <p:cNvSpPr txBox="1"/>
          <p:nvPr>
            <p:ph idx="13" type="ctrTitle"/>
          </p:nvPr>
        </p:nvSpPr>
        <p:spPr>
          <a:xfrm>
            <a:off x="725626" y="3784901"/>
            <a:ext cx="11700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50" name="Google Shape;50;p13"/>
          <p:cNvSpPr txBox="1"/>
          <p:nvPr>
            <p:ph idx="14" type="subTitle"/>
          </p:nvPr>
        </p:nvSpPr>
        <p:spPr>
          <a:xfrm>
            <a:off x="725625" y="4199959"/>
            <a:ext cx="19065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51" name="Google Shape;51;p13">
            <a:hlinkClick/>
          </p:cNvPr>
          <p:cNvSpPr txBox="1"/>
          <p:nvPr>
            <p:ph hasCustomPrompt="1" idx="15" type="title"/>
          </p:nvPr>
        </p:nvSpPr>
        <p:spPr>
          <a:xfrm>
            <a:off x="725637" y="3219993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2" name="Google Shape;52;p13">
            <a:hlinkClick/>
          </p:cNvPr>
          <p:cNvSpPr txBox="1"/>
          <p:nvPr>
            <p:ph idx="16" type="ctrTitle"/>
          </p:nvPr>
        </p:nvSpPr>
        <p:spPr>
          <a:xfrm>
            <a:off x="2870600" y="3781501"/>
            <a:ext cx="11286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53" name="Google Shape;53;p13"/>
          <p:cNvSpPr txBox="1"/>
          <p:nvPr>
            <p:ph idx="17" type="subTitle"/>
          </p:nvPr>
        </p:nvSpPr>
        <p:spPr>
          <a:xfrm>
            <a:off x="2870596" y="4194668"/>
            <a:ext cx="19767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54" name="Google Shape;54;p13">
            <a:hlinkClick/>
          </p:cNvPr>
          <p:cNvSpPr txBox="1"/>
          <p:nvPr>
            <p:ph hasCustomPrompt="1" idx="18" type="title"/>
          </p:nvPr>
        </p:nvSpPr>
        <p:spPr>
          <a:xfrm>
            <a:off x="2870612" y="3216594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3">
            <a:hlinkClick/>
          </p:cNvPr>
          <p:cNvSpPr txBox="1"/>
          <p:nvPr>
            <p:ph idx="19" type="ctrTitle"/>
          </p:nvPr>
        </p:nvSpPr>
        <p:spPr>
          <a:xfrm>
            <a:off x="5015575" y="3781526"/>
            <a:ext cx="9165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56" name="Google Shape;56;p13"/>
          <p:cNvSpPr txBox="1"/>
          <p:nvPr>
            <p:ph idx="20" type="subTitle"/>
          </p:nvPr>
        </p:nvSpPr>
        <p:spPr>
          <a:xfrm>
            <a:off x="5015575" y="4194684"/>
            <a:ext cx="19065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57" name="Google Shape;57;p13">
            <a:hlinkClick/>
          </p:cNvPr>
          <p:cNvSpPr txBox="1"/>
          <p:nvPr>
            <p:ph hasCustomPrompt="1" idx="21" type="title"/>
          </p:nvPr>
        </p:nvSpPr>
        <p:spPr>
          <a:xfrm>
            <a:off x="5015587" y="3216604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3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1441813" y="1410150"/>
            <a:ext cx="6260400" cy="163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8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60" name="Google Shape;60;p14"/>
          <p:cNvSpPr txBox="1"/>
          <p:nvPr>
            <p:ph type="title"/>
          </p:nvPr>
        </p:nvSpPr>
        <p:spPr>
          <a:xfrm>
            <a:off x="1441788" y="3278250"/>
            <a:ext cx="6260400" cy="45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3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ctrTitle"/>
          </p:nvPr>
        </p:nvSpPr>
        <p:spPr>
          <a:xfrm flipH="1">
            <a:off x="2662025" y="2536464"/>
            <a:ext cx="2823900" cy="16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hasCustomPrompt="1" idx="2" type="title"/>
          </p:nvPr>
        </p:nvSpPr>
        <p:spPr>
          <a:xfrm flipH="1">
            <a:off x="5726839" y="2419325"/>
            <a:ext cx="2333700" cy="162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None/>
              <a:defRPr sz="1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3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type="ctrTitle"/>
          </p:nvPr>
        </p:nvSpPr>
        <p:spPr>
          <a:xfrm flipH="1">
            <a:off x="4098567" y="2240372"/>
            <a:ext cx="3224700" cy="192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9pPr>
          </a:lstStyle>
          <a:p/>
        </p:txBody>
      </p:sp>
      <p:sp>
        <p:nvSpPr>
          <p:cNvPr id="66" name="Google Shape;66;p16"/>
          <p:cNvSpPr txBox="1"/>
          <p:nvPr>
            <p:ph hasCustomPrompt="1" idx="2" type="title"/>
          </p:nvPr>
        </p:nvSpPr>
        <p:spPr>
          <a:xfrm flipH="1">
            <a:off x="1631236" y="2269925"/>
            <a:ext cx="2379900" cy="192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None/>
              <a:defRPr sz="1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3_1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ctrTitle"/>
          </p:nvPr>
        </p:nvSpPr>
        <p:spPr>
          <a:xfrm flipH="1">
            <a:off x="2676021" y="2226953"/>
            <a:ext cx="2823900" cy="192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9pPr>
          </a:lstStyle>
          <a:p/>
        </p:txBody>
      </p:sp>
      <p:sp>
        <p:nvSpPr>
          <p:cNvPr id="69" name="Google Shape;69;p17"/>
          <p:cNvSpPr txBox="1"/>
          <p:nvPr>
            <p:ph hasCustomPrompt="1" idx="2" type="title"/>
          </p:nvPr>
        </p:nvSpPr>
        <p:spPr>
          <a:xfrm flipH="1">
            <a:off x="5637514" y="2269925"/>
            <a:ext cx="2363100" cy="192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None/>
              <a:defRPr sz="1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4">
  <p:cSld name="CUSTOM_3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ctrTitle"/>
          </p:nvPr>
        </p:nvSpPr>
        <p:spPr>
          <a:xfrm flipH="1">
            <a:off x="4098499" y="2231814"/>
            <a:ext cx="2610000" cy="192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9pPr>
          </a:lstStyle>
          <a:p/>
        </p:txBody>
      </p:sp>
      <p:sp>
        <p:nvSpPr>
          <p:cNvPr id="72" name="Google Shape;72;p18"/>
          <p:cNvSpPr txBox="1"/>
          <p:nvPr>
            <p:ph hasCustomPrompt="1" idx="2" type="title"/>
          </p:nvPr>
        </p:nvSpPr>
        <p:spPr>
          <a:xfrm flipH="1">
            <a:off x="1631236" y="2269925"/>
            <a:ext cx="2379900" cy="192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None/>
              <a:defRPr sz="1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5">
  <p:cSld name="CUSTOM_3_1_1_1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ctrTitle"/>
          </p:nvPr>
        </p:nvSpPr>
        <p:spPr>
          <a:xfrm flipH="1">
            <a:off x="2534025" y="2690100"/>
            <a:ext cx="4076100" cy="125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9pPr>
          </a:lstStyle>
          <a:p/>
        </p:txBody>
      </p:sp>
      <p:sp>
        <p:nvSpPr>
          <p:cNvPr id="75" name="Google Shape;75;p19"/>
          <p:cNvSpPr txBox="1"/>
          <p:nvPr>
            <p:ph hasCustomPrompt="1" idx="2" type="title"/>
          </p:nvPr>
        </p:nvSpPr>
        <p:spPr>
          <a:xfrm flipH="1">
            <a:off x="2533950" y="768900"/>
            <a:ext cx="4076100" cy="192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None/>
              <a:defRPr sz="1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76" name="Google Shape;76;p19"/>
          <p:cNvSpPr txBox="1"/>
          <p:nvPr>
            <p:ph idx="1" type="subTitle"/>
          </p:nvPr>
        </p:nvSpPr>
        <p:spPr>
          <a:xfrm>
            <a:off x="2534025" y="3945900"/>
            <a:ext cx="4076100" cy="4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6">
  <p:cSld name="CUSTOM_3_1_1_1_1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ctrTitle"/>
          </p:nvPr>
        </p:nvSpPr>
        <p:spPr>
          <a:xfrm flipH="1">
            <a:off x="4801666" y="2690100"/>
            <a:ext cx="3629100" cy="125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9pPr>
          </a:lstStyle>
          <a:p/>
        </p:txBody>
      </p:sp>
      <p:sp>
        <p:nvSpPr>
          <p:cNvPr id="79" name="Google Shape;79;p20"/>
          <p:cNvSpPr txBox="1"/>
          <p:nvPr>
            <p:ph hasCustomPrompt="1" idx="2" type="title"/>
          </p:nvPr>
        </p:nvSpPr>
        <p:spPr>
          <a:xfrm flipH="1">
            <a:off x="4801666" y="768900"/>
            <a:ext cx="3629100" cy="192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None/>
              <a:defRPr sz="16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80" name="Google Shape;80;p20"/>
          <p:cNvSpPr txBox="1"/>
          <p:nvPr>
            <p:ph idx="1" type="subTitle"/>
          </p:nvPr>
        </p:nvSpPr>
        <p:spPr>
          <a:xfrm>
            <a:off x="4801759" y="3945900"/>
            <a:ext cx="3629100" cy="4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7">
  <p:cSld name="CUSTOM_3_1_1_1_1_1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 txBox="1"/>
          <p:nvPr>
            <p:ph type="ctrTitle"/>
          </p:nvPr>
        </p:nvSpPr>
        <p:spPr>
          <a:xfrm flipH="1">
            <a:off x="713216" y="2690100"/>
            <a:ext cx="3629100" cy="125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6500"/>
              <a:buNone/>
              <a:defRPr sz="6500">
                <a:solidFill>
                  <a:srgbClr val="B7B7B7"/>
                </a:solidFill>
              </a:defRPr>
            </a:lvl9pPr>
          </a:lstStyle>
          <a:p/>
        </p:txBody>
      </p:sp>
      <p:sp>
        <p:nvSpPr>
          <p:cNvPr id="83" name="Google Shape;83;p21"/>
          <p:cNvSpPr txBox="1"/>
          <p:nvPr>
            <p:ph hasCustomPrompt="1" idx="2" type="title"/>
          </p:nvPr>
        </p:nvSpPr>
        <p:spPr>
          <a:xfrm flipH="1">
            <a:off x="713216" y="768900"/>
            <a:ext cx="3629100" cy="192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None/>
              <a:defRPr sz="1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6000"/>
              <a:buFont typeface="Fira Sans Extra Condensed Medium"/>
              <a:buNone/>
              <a:defRPr sz="16000">
                <a:solidFill>
                  <a:srgbClr val="B7B7B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21"/>
          <p:cNvSpPr txBox="1"/>
          <p:nvPr>
            <p:ph idx="1" type="subTitle"/>
          </p:nvPr>
        </p:nvSpPr>
        <p:spPr>
          <a:xfrm>
            <a:off x="713309" y="3945900"/>
            <a:ext cx="3629100" cy="4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 txBox="1"/>
          <p:nvPr>
            <p:ph type="ctrTitle"/>
          </p:nvPr>
        </p:nvSpPr>
        <p:spPr>
          <a:xfrm>
            <a:off x="4755000" y="1851800"/>
            <a:ext cx="2983200" cy="5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87" name="Google Shape;87;p22"/>
          <p:cNvSpPr txBox="1"/>
          <p:nvPr>
            <p:ph idx="1" type="subTitle"/>
          </p:nvPr>
        </p:nvSpPr>
        <p:spPr>
          <a:xfrm>
            <a:off x="4754950" y="2314225"/>
            <a:ext cx="2983200" cy="13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2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>
            <p:ph idx="1" type="subTitle"/>
          </p:nvPr>
        </p:nvSpPr>
        <p:spPr>
          <a:xfrm flipH="1">
            <a:off x="2144325" y="3016350"/>
            <a:ext cx="4855200" cy="6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0" name="Google Shape;90;p23"/>
          <p:cNvSpPr txBox="1"/>
          <p:nvPr>
            <p:ph type="title"/>
          </p:nvPr>
        </p:nvSpPr>
        <p:spPr>
          <a:xfrm>
            <a:off x="2144466" y="1380450"/>
            <a:ext cx="4855200" cy="163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2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5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4"/>
          <p:cNvSpPr txBox="1"/>
          <p:nvPr>
            <p:ph type="ctrTitle"/>
          </p:nvPr>
        </p:nvSpPr>
        <p:spPr>
          <a:xfrm>
            <a:off x="3414400" y="1822650"/>
            <a:ext cx="5007900" cy="95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3" name="Google Shape;93;p24"/>
          <p:cNvSpPr txBox="1"/>
          <p:nvPr>
            <p:ph idx="1" type="subTitle"/>
          </p:nvPr>
        </p:nvSpPr>
        <p:spPr>
          <a:xfrm>
            <a:off x="4563475" y="2777250"/>
            <a:ext cx="3867300" cy="5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7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5"/>
          <p:cNvSpPr txBox="1"/>
          <p:nvPr>
            <p:ph type="ctrTitle"/>
          </p:nvPr>
        </p:nvSpPr>
        <p:spPr>
          <a:xfrm>
            <a:off x="5159880" y="2227950"/>
            <a:ext cx="2983200" cy="3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96" name="Google Shape;96;p25"/>
          <p:cNvSpPr txBox="1"/>
          <p:nvPr>
            <p:ph idx="1" type="subTitle"/>
          </p:nvPr>
        </p:nvSpPr>
        <p:spPr>
          <a:xfrm>
            <a:off x="5159880" y="2571750"/>
            <a:ext cx="2983200" cy="63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8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6"/>
          <p:cNvSpPr txBox="1"/>
          <p:nvPr>
            <p:ph type="ctrTitle"/>
          </p:nvPr>
        </p:nvSpPr>
        <p:spPr>
          <a:xfrm>
            <a:off x="945189" y="2227950"/>
            <a:ext cx="2983200" cy="3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99" name="Google Shape;99;p26"/>
          <p:cNvSpPr txBox="1"/>
          <p:nvPr>
            <p:ph idx="1" type="subTitle"/>
          </p:nvPr>
        </p:nvSpPr>
        <p:spPr>
          <a:xfrm>
            <a:off x="945200" y="2571750"/>
            <a:ext cx="2983200" cy="63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14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7"/>
          <p:cNvSpPr txBox="1"/>
          <p:nvPr>
            <p:ph idx="1" type="subTitle"/>
          </p:nvPr>
        </p:nvSpPr>
        <p:spPr>
          <a:xfrm flipH="1">
            <a:off x="1010400" y="3423025"/>
            <a:ext cx="1648500" cy="31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hare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hare"/>
              <a:buNone/>
              <a:defRPr b="1" sz="2500">
                <a:latin typeface="Share"/>
                <a:ea typeface="Share"/>
                <a:cs typeface="Share"/>
                <a:sym typeface="Shar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hare"/>
              <a:buNone/>
              <a:defRPr b="1" sz="2500">
                <a:latin typeface="Share"/>
                <a:ea typeface="Share"/>
                <a:cs typeface="Share"/>
                <a:sym typeface="Shar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hare"/>
              <a:buNone/>
              <a:defRPr b="1" sz="2500">
                <a:latin typeface="Share"/>
                <a:ea typeface="Share"/>
                <a:cs typeface="Share"/>
                <a:sym typeface="Shar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hare"/>
              <a:buNone/>
              <a:defRPr b="1" sz="2500">
                <a:latin typeface="Share"/>
                <a:ea typeface="Share"/>
                <a:cs typeface="Share"/>
                <a:sym typeface="Shar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hare"/>
              <a:buNone/>
              <a:defRPr b="1" sz="2500">
                <a:latin typeface="Share"/>
                <a:ea typeface="Share"/>
                <a:cs typeface="Share"/>
                <a:sym typeface="Shar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hare"/>
              <a:buNone/>
              <a:defRPr b="1" sz="2500">
                <a:latin typeface="Share"/>
                <a:ea typeface="Share"/>
                <a:cs typeface="Share"/>
                <a:sym typeface="Shar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hare"/>
              <a:buNone/>
              <a:defRPr b="1" sz="2500">
                <a:latin typeface="Share"/>
                <a:ea typeface="Share"/>
                <a:cs typeface="Share"/>
                <a:sym typeface="Shar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hare"/>
              <a:buNone/>
              <a:defRPr b="1" sz="2500">
                <a:latin typeface="Share"/>
                <a:ea typeface="Share"/>
                <a:cs typeface="Share"/>
                <a:sym typeface="Share"/>
              </a:defRPr>
            </a:lvl9pPr>
          </a:lstStyle>
          <a:p/>
        </p:txBody>
      </p:sp>
      <p:sp>
        <p:nvSpPr>
          <p:cNvPr id="102" name="Google Shape;102;p27"/>
          <p:cNvSpPr txBox="1"/>
          <p:nvPr>
            <p:ph idx="2" type="subTitle"/>
          </p:nvPr>
        </p:nvSpPr>
        <p:spPr>
          <a:xfrm flipH="1">
            <a:off x="1010400" y="3740150"/>
            <a:ext cx="1648500" cy="43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3" name="Google Shape;103;p27"/>
          <p:cNvSpPr txBox="1"/>
          <p:nvPr>
            <p:ph idx="3" type="subTitle"/>
          </p:nvPr>
        </p:nvSpPr>
        <p:spPr>
          <a:xfrm flipH="1">
            <a:off x="3747750" y="3423025"/>
            <a:ext cx="1648500" cy="31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hare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hare"/>
              <a:buNone/>
              <a:defRPr b="1" sz="2500">
                <a:latin typeface="Share"/>
                <a:ea typeface="Share"/>
                <a:cs typeface="Share"/>
                <a:sym typeface="Shar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hare"/>
              <a:buNone/>
              <a:defRPr b="1" sz="2500">
                <a:latin typeface="Share"/>
                <a:ea typeface="Share"/>
                <a:cs typeface="Share"/>
                <a:sym typeface="Shar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hare"/>
              <a:buNone/>
              <a:defRPr b="1" sz="2500">
                <a:latin typeface="Share"/>
                <a:ea typeface="Share"/>
                <a:cs typeface="Share"/>
                <a:sym typeface="Shar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hare"/>
              <a:buNone/>
              <a:defRPr b="1" sz="2500">
                <a:latin typeface="Share"/>
                <a:ea typeface="Share"/>
                <a:cs typeface="Share"/>
                <a:sym typeface="Shar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hare"/>
              <a:buNone/>
              <a:defRPr b="1" sz="2500">
                <a:latin typeface="Share"/>
                <a:ea typeface="Share"/>
                <a:cs typeface="Share"/>
                <a:sym typeface="Shar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hare"/>
              <a:buNone/>
              <a:defRPr b="1" sz="2500">
                <a:latin typeface="Share"/>
                <a:ea typeface="Share"/>
                <a:cs typeface="Share"/>
                <a:sym typeface="Shar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hare"/>
              <a:buNone/>
              <a:defRPr b="1" sz="2500">
                <a:latin typeface="Share"/>
                <a:ea typeface="Share"/>
                <a:cs typeface="Share"/>
                <a:sym typeface="Shar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hare"/>
              <a:buNone/>
              <a:defRPr b="1" sz="2500">
                <a:latin typeface="Share"/>
                <a:ea typeface="Share"/>
                <a:cs typeface="Share"/>
                <a:sym typeface="Share"/>
              </a:defRPr>
            </a:lvl9pPr>
          </a:lstStyle>
          <a:p/>
        </p:txBody>
      </p:sp>
      <p:sp>
        <p:nvSpPr>
          <p:cNvPr id="104" name="Google Shape;104;p27"/>
          <p:cNvSpPr txBox="1"/>
          <p:nvPr>
            <p:ph idx="4" type="subTitle"/>
          </p:nvPr>
        </p:nvSpPr>
        <p:spPr>
          <a:xfrm>
            <a:off x="6490950" y="3423025"/>
            <a:ext cx="1648500" cy="31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hare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hare"/>
              <a:buNone/>
              <a:defRPr b="1" sz="2500">
                <a:latin typeface="Share"/>
                <a:ea typeface="Share"/>
                <a:cs typeface="Share"/>
                <a:sym typeface="Shar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hare"/>
              <a:buNone/>
              <a:defRPr b="1" sz="2500">
                <a:latin typeface="Share"/>
                <a:ea typeface="Share"/>
                <a:cs typeface="Share"/>
                <a:sym typeface="Shar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hare"/>
              <a:buNone/>
              <a:defRPr b="1" sz="2500">
                <a:latin typeface="Share"/>
                <a:ea typeface="Share"/>
                <a:cs typeface="Share"/>
                <a:sym typeface="Shar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hare"/>
              <a:buNone/>
              <a:defRPr b="1" sz="2500">
                <a:latin typeface="Share"/>
                <a:ea typeface="Share"/>
                <a:cs typeface="Share"/>
                <a:sym typeface="Shar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hare"/>
              <a:buNone/>
              <a:defRPr b="1" sz="2500">
                <a:latin typeface="Share"/>
                <a:ea typeface="Share"/>
                <a:cs typeface="Share"/>
                <a:sym typeface="Shar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hare"/>
              <a:buNone/>
              <a:defRPr b="1" sz="2500">
                <a:latin typeface="Share"/>
                <a:ea typeface="Share"/>
                <a:cs typeface="Share"/>
                <a:sym typeface="Shar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hare"/>
              <a:buNone/>
              <a:defRPr b="1" sz="2500">
                <a:latin typeface="Share"/>
                <a:ea typeface="Share"/>
                <a:cs typeface="Share"/>
                <a:sym typeface="Shar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Share"/>
              <a:buNone/>
              <a:defRPr b="1" sz="2500">
                <a:latin typeface="Share"/>
                <a:ea typeface="Share"/>
                <a:cs typeface="Share"/>
                <a:sym typeface="Share"/>
              </a:defRPr>
            </a:lvl9pPr>
          </a:lstStyle>
          <a:p/>
        </p:txBody>
      </p:sp>
      <p:sp>
        <p:nvSpPr>
          <p:cNvPr id="105" name="Google Shape;105;p27"/>
          <p:cNvSpPr txBox="1"/>
          <p:nvPr>
            <p:ph idx="5" type="subTitle"/>
          </p:nvPr>
        </p:nvSpPr>
        <p:spPr>
          <a:xfrm flipH="1">
            <a:off x="3747750" y="3740125"/>
            <a:ext cx="1648500" cy="43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6" name="Google Shape;106;p27"/>
          <p:cNvSpPr txBox="1"/>
          <p:nvPr>
            <p:ph idx="6" type="subTitle"/>
          </p:nvPr>
        </p:nvSpPr>
        <p:spPr>
          <a:xfrm>
            <a:off x="6490950" y="3740125"/>
            <a:ext cx="1648500" cy="43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7" name="Google Shape;107;p27"/>
          <p:cNvSpPr txBox="1"/>
          <p:nvPr>
            <p:ph hasCustomPrompt="1" type="title"/>
          </p:nvPr>
        </p:nvSpPr>
        <p:spPr>
          <a:xfrm>
            <a:off x="1389900" y="2163690"/>
            <a:ext cx="889500" cy="361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8" name="Google Shape;108;p27"/>
          <p:cNvSpPr txBox="1"/>
          <p:nvPr>
            <p:ph hasCustomPrompt="1" idx="7" type="title"/>
          </p:nvPr>
        </p:nvSpPr>
        <p:spPr>
          <a:xfrm>
            <a:off x="4127250" y="2160367"/>
            <a:ext cx="889500" cy="361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9" name="Google Shape;109;p27"/>
          <p:cNvSpPr txBox="1"/>
          <p:nvPr>
            <p:ph hasCustomPrompt="1" idx="8" type="title"/>
          </p:nvPr>
        </p:nvSpPr>
        <p:spPr>
          <a:xfrm>
            <a:off x="6873895" y="2160693"/>
            <a:ext cx="889500" cy="361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0" name="Google Shape;110;p27"/>
          <p:cNvSpPr txBox="1"/>
          <p:nvPr>
            <p:ph idx="9" type="ctrTitle"/>
          </p:nvPr>
        </p:nvSpPr>
        <p:spPr>
          <a:xfrm>
            <a:off x="723600" y="470625"/>
            <a:ext cx="17352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19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 txBox="1"/>
          <p:nvPr>
            <p:ph type="ctrTitle"/>
          </p:nvPr>
        </p:nvSpPr>
        <p:spPr>
          <a:xfrm>
            <a:off x="723600" y="470625"/>
            <a:ext cx="18783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3" name="Google Shape;113;p28"/>
          <p:cNvSpPr txBox="1"/>
          <p:nvPr>
            <p:ph idx="2" type="ctrTitle"/>
          </p:nvPr>
        </p:nvSpPr>
        <p:spPr>
          <a:xfrm>
            <a:off x="1263150" y="1910650"/>
            <a:ext cx="13386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14" name="Google Shape;114;p28"/>
          <p:cNvSpPr txBox="1"/>
          <p:nvPr>
            <p:ph idx="1" type="subTitle"/>
          </p:nvPr>
        </p:nvSpPr>
        <p:spPr>
          <a:xfrm>
            <a:off x="1310100" y="2426522"/>
            <a:ext cx="1244400" cy="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8"/>
          <p:cNvSpPr txBox="1"/>
          <p:nvPr>
            <p:ph idx="3" type="ctrTitle"/>
          </p:nvPr>
        </p:nvSpPr>
        <p:spPr>
          <a:xfrm>
            <a:off x="3902700" y="1910650"/>
            <a:ext cx="13386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16" name="Google Shape;116;p28"/>
          <p:cNvSpPr txBox="1"/>
          <p:nvPr>
            <p:ph idx="4" type="subTitle"/>
          </p:nvPr>
        </p:nvSpPr>
        <p:spPr>
          <a:xfrm>
            <a:off x="3949650" y="2426522"/>
            <a:ext cx="1244400" cy="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8"/>
          <p:cNvSpPr txBox="1"/>
          <p:nvPr>
            <p:ph idx="5" type="ctrTitle"/>
          </p:nvPr>
        </p:nvSpPr>
        <p:spPr>
          <a:xfrm>
            <a:off x="6589500" y="1910650"/>
            <a:ext cx="13386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18" name="Google Shape;118;p28"/>
          <p:cNvSpPr txBox="1"/>
          <p:nvPr>
            <p:ph idx="6" type="subTitle"/>
          </p:nvPr>
        </p:nvSpPr>
        <p:spPr>
          <a:xfrm>
            <a:off x="6636450" y="2426522"/>
            <a:ext cx="1244400" cy="7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hasCustomPrompt="1" idx="7" type="title"/>
          </p:nvPr>
        </p:nvSpPr>
        <p:spPr>
          <a:xfrm>
            <a:off x="1422605" y="3223975"/>
            <a:ext cx="10194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Font typeface="Fira Sans Extra Condensed Medium"/>
              <a:buNone/>
              <a:defRPr sz="1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Font typeface="Fira Sans Extra Condensed Medium"/>
              <a:buNone/>
              <a:defRPr sz="1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Font typeface="Fira Sans Extra Condensed Medium"/>
              <a:buNone/>
              <a:defRPr sz="1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Font typeface="Fira Sans Extra Condensed Medium"/>
              <a:buNone/>
              <a:defRPr sz="1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Font typeface="Fira Sans Extra Condensed Medium"/>
              <a:buNone/>
              <a:defRPr sz="1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Font typeface="Fira Sans Extra Condensed Medium"/>
              <a:buNone/>
              <a:defRPr sz="1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Font typeface="Fira Sans Extra Condensed Medium"/>
              <a:buNone/>
              <a:defRPr sz="1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Font typeface="Fira Sans Extra Condensed Medium"/>
              <a:buNone/>
              <a:defRPr sz="1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28"/>
          <p:cNvSpPr txBox="1"/>
          <p:nvPr>
            <p:ph hasCustomPrompt="1" idx="8" type="title"/>
          </p:nvPr>
        </p:nvSpPr>
        <p:spPr>
          <a:xfrm>
            <a:off x="4038680" y="3223975"/>
            <a:ext cx="10194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Font typeface="Fira Sans Extra Condensed Medium"/>
              <a:buNone/>
              <a:defRPr sz="1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Font typeface="Fira Sans Extra Condensed Medium"/>
              <a:buNone/>
              <a:defRPr sz="1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Font typeface="Fira Sans Extra Condensed Medium"/>
              <a:buNone/>
              <a:defRPr sz="1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Font typeface="Fira Sans Extra Condensed Medium"/>
              <a:buNone/>
              <a:defRPr sz="1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Font typeface="Fira Sans Extra Condensed Medium"/>
              <a:buNone/>
              <a:defRPr sz="1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Font typeface="Fira Sans Extra Condensed Medium"/>
              <a:buNone/>
              <a:defRPr sz="1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Font typeface="Fira Sans Extra Condensed Medium"/>
              <a:buNone/>
              <a:defRPr sz="1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Font typeface="Fira Sans Extra Condensed Medium"/>
              <a:buNone/>
              <a:defRPr sz="1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21" name="Google Shape;121;p28"/>
          <p:cNvSpPr txBox="1"/>
          <p:nvPr>
            <p:ph hasCustomPrompt="1" idx="9" type="title"/>
          </p:nvPr>
        </p:nvSpPr>
        <p:spPr>
          <a:xfrm>
            <a:off x="6749255" y="3223975"/>
            <a:ext cx="10194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Font typeface="Fira Sans Extra Condensed Medium"/>
              <a:buNone/>
              <a:defRPr sz="1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Font typeface="Fira Sans Extra Condensed Medium"/>
              <a:buNone/>
              <a:defRPr sz="1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Font typeface="Fira Sans Extra Condensed Medium"/>
              <a:buNone/>
              <a:defRPr sz="1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Font typeface="Fira Sans Extra Condensed Medium"/>
              <a:buNone/>
              <a:defRPr sz="1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Font typeface="Fira Sans Extra Condensed Medium"/>
              <a:buNone/>
              <a:defRPr sz="1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Font typeface="Fira Sans Extra Condensed Medium"/>
              <a:buNone/>
              <a:defRPr sz="1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Font typeface="Fira Sans Extra Condensed Medium"/>
              <a:buNone/>
              <a:defRPr sz="1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Font typeface="Fira Sans Extra Condensed Medium"/>
              <a:buNone/>
              <a:defRPr sz="1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9"/>
          <p:cNvSpPr txBox="1"/>
          <p:nvPr>
            <p:ph type="ctrTitle"/>
          </p:nvPr>
        </p:nvSpPr>
        <p:spPr>
          <a:xfrm>
            <a:off x="-539012" y="2132593"/>
            <a:ext cx="4567800" cy="9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4" name="Google Shape;124;p29"/>
          <p:cNvSpPr txBox="1"/>
          <p:nvPr>
            <p:ph idx="1" type="subTitle"/>
          </p:nvPr>
        </p:nvSpPr>
        <p:spPr>
          <a:xfrm>
            <a:off x="1231588" y="3202043"/>
            <a:ext cx="27972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25" name="Google Shape;125;p29"/>
          <p:cNvSpPr txBox="1"/>
          <p:nvPr>
            <p:ph idx="2" type="subTitle"/>
          </p:nvPr>
        </p:nvSpPr>
        <p:spPr>
          <a:xfrm>
            <a:off x="5115470" y="3202043"/>
            <a:ext cx="27972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26" name="Google Shape;126;p29"/>
          <p:cNvSpPr txBox="1"/>
          <p:nvPr>
            <p:ph idx="3" type="ctrTitle"/>
          </p:nvPr>
        </p:nvSpPr>
        <p:spPr>
          <a:xfrm>
            <a:off x="5115470" y="2132593"/>
            <a:ext cx="4587300" cy="9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bg>
      <p:bgPr>
        <a:solidFill>
          <a:schemeClr val="dk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0"/>
          <p:cNvSpPr txBox="1"/>
          <p:nvPr>
            <p:ph type="ctrTitle"/>
          </p:nvPr>
        </p:nvSpPr>
        <p:spPr>
          <a:xfrm>
            <a:off x="723600" y="470625"/>
            <a:ext cx="1945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9" name="Google Shape;129;p30"/>
          <p:cNvSpPr txBox="1"/>
          <p:nvPr>
            <p:ph idx="1" type="subTitle"/>
          </p:nvPr>
        </p:nvSpPr>
        <p:spPr>
          <a:xfrm>
            <a:off x="4240075" y="1504450"/>
            <a:ext cx="2888400" cy="7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30" name="Google Shape;130;p30"/>
          <p:cNvSpPr txBox="1"/>
          <p:nvPr>
            <p:ph idx="2" type="subTitle"/>
          </p:nvPr>
        </p:nvSpPr>
        <p:spPr>
          <a:xfrm>
            <a:off x="4240075" y="2675938"/>
            <a:ext cx="2888400" cy="7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31" name="Google Shape;131;p30"/>
          <p:cNvSpPr txBox="1"/>
          <p:nvPr>
            <p:ph idx="3" type="ctrTitle"/>
          </p:nvPr>
        </p:nvSpPr>
        <p:spPr>
          <a:xfrm>
            <a:off x="4240075" y="1198100"/>
            <a:ext cx="2619300" cy="384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32" name="Google Shape;132;p30"/>
          <p:cNvSpPr txBox="1"/>
          <p:nvPr>
            <p:ph idx="4" type="ctrTitle"/>
          </p:nvPr>
        </p:nvSpPr>
        <p:spPr>
          <a:xfrm>
            <a:off x="4240075" y="2362488"/>
            <a:ext cx="2619300" cy="384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33" name="Google Shape;133;p30"/>
          <p:cNvSpPr txBox="1"/>
          <p:nvPr>
            <p:ph idx="5" type="subTitle"/>
          </p:nvPr>
        </p:nvSpPr>
        <p:spPr>
          <a:xfrm>
            <a:off x="4240075" y="3844975"/>
            <a:ext cx="2888400" cy="7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34" name="Google Shape;134;p30"/>
          <p:cNvSpPr txBox="1"/>
          <p:nvPr>
            <p:ph idx="6" type="ctrTitle"/>
          </p:nvPr>
        </p:nvSpPr>
        <p:spPr>
          <a:xfrm>
            <a:off x="4240075" y="3537472"/>
            <a:ext cx="2619300" cy="384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8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1"/>
          <p:cNvSpPr txBox="1"/>
          <p:nvPr>
            <p:ph type="ctrTitle"/>
          </p:nvPr>
        </p:nvSpPr>
        <p:spPr>
          <a:xfrm>
            <a:off x="723600" y="470625"/>
            <a:ext cx="14976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7" name="Google Shape;137;p31"/>
          <p:cNvSpPr txBox="1"/>
          <p:nvPr>
            <p:ph idx="2" type="ctrTitle"/>
          </p:nvPr>
        </p:nvSpPr>
        <p:spPr>
          <a:xfrm>
            <a:off x="1386000" y="3425225"/>
            <a:ext cx="1581900" cy="481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4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38" name="Google Shape;138;p31"/>
          <p:cNvSpPr txBox="1"/>
          <p:nvPr>
            <p:ph idx="3" type="ctrTitle"/>
          </p:nvPr>
        </p:nvSpPr>
        <p:spPr>
          <a:xfrm>
            <a:off x="3767200" y="2613025"/>
            <a:ext cx="1581900" cy="481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39" name="Google Shape;139;p31"/>
          <p:cNvSpPr txBox="1"/>
          <p:nvPr>
            <p:ph idx="4" type="ctrTitle"/>
          </p:nvPr>
        </p:nvSpPr>
        <p:spPr>
          <a:xfrm>
            <a:off x="6148400" y="3425225"/>
            <a:ext cx="1581900" cy="481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40" name="Google Shape;140;p31"/>
          <p:cNvSpPr txBox="1"/>
          <p:nvPr>
            <p:ph idx="1" type="subTitle"/>
          </p:nvPr>
        </p:nvSpPr>
        <p:spPr>
          <a:xfrm>
            <a:off x="1386000" y="3778950"/>
            <a:ext cx="1581900" cy="63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41" name="Google Shape;141;p31"/>
          <p:cNvSpPr txBox="1"/>
          <p:nvPr>
            <p:ph idx="5" type="subTitle"/>
          </p:nvPr>
        </p:nvSpPr>
        <p:spPr>
          <a:xfrm>
            <a:off x="3767200" y="2966750"/>
            <a:ext cx="1581900" cy="63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42" name="Google Shape;142;p31"/>
          <p:cNvSpPr txBox="1"/>
          <p:nvPr>
            <p:ph idx="6" type="subTitle"/>
          </p:nvPr>
        </p:nvSpPr>
        <p:spPr>
          <a:xfrm>
            <a:off x="6148400" y="3778950"/>
            <a:ext cx="1581900" cy="63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8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2"/>
          <p:cNvSpPr txBox="1"/>
          <p:nvPr>
            <p:ph type="ctrTitle"/>
          </p:nvPr>
        </p:nvSpPr>
        <p:spPr>
          <a:xfrm>
            <a:off x="723600" y="470625"/>
            <a:ext cx="14976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5" name="Google Shape;145;p32"/>
          <p:cNvSpPr txBox="1"/>
          <p:nvPr>
            <p:ph idx="2" type="ctrTitle"/>
          </p:nvPr>
        </p:nvSpPr>
        <p:spPr>
          <a:xfrm>
            <a:off x="1170425" y="3123050"/>
            <a:ext cx="1581900" cy="481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4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46" name="Google Shape;146;p32"/>
          <p:cNvSpPr txBox="1"/>
          <p:nvPr>
            <p:ph idx="3" type="ctrTitle"/>
          </p:nvPr>
        </p:nvSpPr>
        <p:spPr>
          <a:xfrm>
            <a:off x="3781050" y="3123050"/>
            <a:ext cx="1581900" cy="481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47" name="Google Shape;147;p32"/>
          <p:cNvSpPr txBox="1"/>
          <p:nvPr>
            <p:ph idx="4" type="ctrTitle"/>
          </p:nvPr>
        </p:nvSpPr>
        <p:spPr>
          <a:xfrm>
            <a:off x="6391675" y="3123050"/>
            <a:ext cx="1581900" cy="481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48" name="Google Shape;148;p32"/>
          <p:cNvSpPr txBox="1"/>
          <p:nvPr>
            <p:ph idx="1" type="subTitle"/>
          </p:nvPr>
        </p:nvSpPr>
        <p:spPr>
          <a:xfrm>
            <a:off x="1170425" y="3552975"/>
            <a:ext cx="1581900" cy="4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49" name="Google Shape;149;p32"/>
          <p:cNvSpPr txBox="1"/>
          <p:nvPr>
            <p:ph idx="5" type="subTitle"/>
          </p:nvPr>
        </p:nvSpPr>
        <p:spPr>
          <a:xfrm>
            <a:off x="3781050" y="3552975"/>
            <a:ext cx="1581900" cy="4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50" name="Google Shape;150;p32"/>
          <p:cNvSpPr txBox="1"/>
          <p:nvPr>
            <p:ph idx="6" type="subTitle"/>
          </p:nvPr>
        </p:nvSpPr>
        <p:spPr>
          <a:xfrm>
            <a:off x="6391675" y="3552975"/>
            <a:ext cx="1581900" cy="4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21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3"/>
          <p:cNvSpPr txBox="1"/>
          <p:nvPr>
            <p:ph type="ctrTitle"/>
          </p:nvPr>
        </p:nvSpPr>
        <p:spPr>
          <a:xfrm>
            <a:off x="723600" y="470622"/>
            <a:ext cx="1753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3" name="Google Shape;153;p33">
            <a:hlinkClick/>
          </p:cNvPr>
          <p:cNvSpPr txBox="1"/>
          <p:nvPr>
            <p:ph idx="2" type="ctrTitle"/>
          </p:nvPr>
        </p:nvSpPr>
        <p:spPr>
          <a:xfrm>
            <a:off x="725626" y="3784901"/>
            <a:ext cx="11700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54" name="Google Shape;154;p33"/>
          <p:cNvSpPr txBox="1"/>
          <p:nvPr>
            <p:ph idx="1" type="subTitle"/>
          </p:nvPr>
        </p:nvSpPr>
        <p:spPr>
          <a:xfrm>
            <a:off x="725625" y="4291560"/>
            <a:ext cx="1906500" cy="40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55" name="Google Shape;155;p33">
            <a:hlinkClick/>
          </p:cNvPr>
          <p:cNvSpPr txBox="1"/>
          <p:nvPr>
            <p:ph hasCustomPrompt="1" idx="3" type="title"/>
          </p:nvPr>
        </p:nvSpPr>
        <p:spPr>
          <a:xfrm>
            <a:off x="725637" y="3219993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56" name="Google Shape;156;p33">
            <a:hlinkClick/>
          </p:cNvPr>
          <p:cNvSpPr txBox="1"/>
          <p:nvPr>
            <p:ph idx="4" type="ctrTitle"/>
          </p:nvPr>
        </p:nvSpPr>
        <p:spPr>
          <a:xfrm>
            <a:off x="2870600" y="3781500"/>
            <a:ext cx="11700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57" name="Google Shape;157;p33"/>
          <p:cNvSpPr txBox="1"/>
          <p:nvPr>
            <p:ph idx="5" type="subTitle"/>
          </p:nvPr>
        </p:nvSpPr>
        <p:spPr>
          <a:xfrm>
            <a:off x="2870596" y="4287854"/>
            <a:ext cx="1976700" cy="40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58" name="Google Shape;158;p33">
            <a:hlinkClick/>
          </p:cNvPr>
          <p:cNvSpPr txBox="1"/>
          <p:nvPr>
            <p:ph hasCustomPrompt="1" idx="6" type="title"/>
          </p:nvPr>
        </p:nvSpPr>
        <p:spPr>
          <a:xfrm>
            <a:off x="2870612" y="3216594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59" name="Google Shape;159;p33">
            <a:hlinkClick/>
          </p:cNvPr>
          <p:cNvSpPr txBox="1"/>
          <p:nvPr>
            <p:ph idx="7" type="ctrTitle"/>
          </p:nvPr>
        </p:nvSpPr>
        <p:spPr>
          <a:xfrm>
            <a:off x="5015575" y="3781525"/>
            <a:ext cx="11700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60" name="Google Shape;160;p33"/>
          <p:cNvSpPr txBox="1"/>
          <p:nvPr>
            <p:ph idx="8" type="subTitle"/>
          </p:nvPr>
        </p:nvSpPr>
        <p:spPr>
          <a:xfrm>
            <a:off x="5015575" y="4287865"/>
            <a:ext cx="1906500" cy="40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61" name="Google Shape;161;p33">
            <a:hlinkClick/>
          </p:cNvPr>
          <p:cNvSpPr txBox="1"/>
          <p:nvPr>
            <p:ph hasCustomPrompt="1" idx="9" type="title"/>
          </p:nvPr>
        </p:nvSpPr>
        <p:spPr>
          <a:xfrm>
            <a:off x="5015587" y="3216604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bg>
      <p:bgPr>
        <a:solidFill>
          <a:schemeClr val="dk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4"/>
          <p:cNvSpPr txBox="1"/>
          <p:nvPr>
            <p:ph type="ctrTitle"/>
          </p:nvPr>
        </p:nvSpPr>
        <p:spPr>
          <a:xfrm>
            <a:off x="723600" y="470625"/>
            <a:ext cx="16161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34"/>
          <p:cNvSpPr txBox="1"/>
          <p:nvPr>
            <p:ph idx="2" type="ctrTitle"/>
          </p:nvPr>
        </p:nvSpPr>
        <p:spPr>
          <a:xfrm>
            <a:off x="1967544" y="1602843"/>
            <a:ext cx="2429400" cy="577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65" name="Google Shape;165;p34"/>
          <p:cNvSpPr txBox="1"/>
          <p:nvPr>
            <p:ph idx="1" type="subTitle"/>
          </p:nvPr>
        </p:nvSpPr>
        <p:spPr>
          <a:xfrm>
            <a:off x="2269044" y="2064316"/>
            <a:ext cx="18264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66" name="Google Shape;166;p34"/>
          <p:cNvSpPr txBox="1"/>
          <p:nvPr>
            <p:ph idx="3" type="ctrTitle"/>
          </p:nvPr>
        </p:nvSpPr>
        <p:spPr>
          <a:xfrm>
            <a:off x="4747031" y="1602843"/>
            <a:ext cx="24294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67" name="Google Shape;167;p34"/>
          <p:cNvSpPr txBox="1"/>
          <p:nvPr>
            <p:ph idx="4" type="subTitle"/>
          </p:nvPr>
        </p:nvSpPr>
        <p:spPr>
          <a:xfrm>
            <a:off x="5048531" y="2064313"/>
            <a:ext cx="18264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68" name="Google Shape;168;p34"/>
          <p:cNvSpPr txBox="1"/>
          <p:nvPr>
            <p:ph idx="5" type="ctrTitle"/>
          </p:nvPr>
        </p:nvSpPr>
        <p:spPr>
          <a:xfrm>
            <a:off x="1967544" y="3229976"/>
            <a:ext cx="24294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69" name="Google Shape;169;p34"/>
          <p:cNvSpPr txBox="1"/>
          <p:nvPr>
            <p:ph idx="6" type="subTitle"/>
          </p:nvPr>
        </p:nvSpPr>
        <p:spPr>
          <a:xfrm>
            <a:off x="2269044" y="3691450"/>
            <a:ext cx="18264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0" name="Google Shape;170;p34"/>
          <p:cNvSpPr txBox="1"/>
          <p:nvPr>
            <p:ph idx="7" type="ctrTitle"/>
          </p:nvPr>
        </p:nvSpPr>
        <p:spPr>
          <a:xfrm>
            <a:off x="4747031" y="3247354"/>
            <a:ext cx="24294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71" name="Google Shape;171;p34"/>
          <p:cNvSpPr txBox="1"/>
          <p:nvPr>
            <p:ph idx="8" type="subTitle"/>
          </p:nvPr>
        </p:nvSpPr>
        <p:spPr>
          <a:xfrm>
            <a:off x="5048531" y="3708824"/>
            <a:ext cx="18264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5_1">
    <p:bg>
      <p:bgPr>
        <a:solidFill>
          <a:schemeClr val="dk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5"/>
          <p:cNvSpPr txBox="1"/>
          <p:nvPr>
            <p:ph type="ctrTitle"/>
          </p:nvPr>
        </p:nvSpPr>
        <p:spPr>
          <a:xfrm>
            <a:off x="723600" y="470625"/>
            <a:ext cx="17070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4" name="Google Shape;174;p35"/>
          <p:cNvSpPr txBox="1"/>
          <p:nvPr>
            <p:ph idx="2" type="ctrTitle"/>
          </p:nvPr>
        </p:nvSpPr>
        <p:spPr>
          <a:xfrm>
            <a:off x="1610575" y="1611625"/>
            <a:ext cx="1853100" cy="31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75" name="Google Shape;175;p35"/>
          <p:cNvSpPr txBox="1"/>
          <p:nvPr>
            <p:ph idx="3" type="ctrTitle"/>
          </p:nvPr>
        </p:nvSpPr>
        <p:spPr>
          <a:xfrm>
            <a:off x="5707025" y="1613761"/>
            <a:ext cx="1853100" cy="31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76" name="Google Shape;176;p35"/>
          <p:cNvSpPr txBox="1"/>
          <p:nvPr>
            <p:ph idx="4" type="ctrTitle"/>
          </p:nvPr>
        </p:nvSpPr>
        <p:spPr>
          <a:xfrm>
            <a:off x="1610575" y="3135908"/>
            <a:ext cx="1853100" cy="31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77" name="Google Shape;177;p35"/>
          <p:cNvSpPr txBox="1"/>
          <p:nvPr>
            <p:ph idx="5" type="ctrTitle"/>
          </p:nvPr>
        </p:nvSpPr>
        <p:spPr>
          <a:xfrm>
            <a:off x="5707025" y="3144067"/>
            <a:ext cx="1853100" cy="31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78" name="Google Shape;178;p35"/>
          <p:cNvSpPr txBox="1"/>
          <p:nvPr>
            <p:ph idx="1" type="subTitle"/>
          </p:nvPr>
        </p:nvSpPr>
        <p:spPr>
          <a:xfrm>
            <a:off x="5707025" y="3431480"/>
            <a:ext cx="1853100" cy="36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9" name="Google Shape;179;p35"/>
          <p:cNvSpPr txBox="1"/>
          <p:nvPr>
            <p:ph idx="6" type="subTitle"/>
          </p:nvPr>
        </p:nvSpPr>
        <p:spPr>
          <a:xfrm>
            <a:off x="1610575" y="1904875"/>
            <a:ext cx="1853100" cy="36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80" name="Google Shape;180;p35"/>
          <p:cNvSpPr txBox="1"/>
          <p:nvPr>
            <p:ph idx="7" type="subTitle"/>
          </p:nvPr>
        </p:nvSpPr>
        <p:spPr>
          <a:xfrm>
            <a:off x="1610575" y="3420719"/>
            <a:ext cx="1853100" cy="36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81" name="Google Shape;181;p35"/>
          <p:cNvSpPr txBox="1"/>
          <p:nvPr>
            <p:ph idx="8" type="subTitle"/>
          </p:nvPr>
        </p:nvSpPr>
        <p:spPr>
          <a:xfrm>
            <a:off x="5707025" y="1901903"/>
            <a:ext cx="1853100" cy="36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CUSTOM_5_1_1">
    <p:bg>
      <p:bgPr>
        <a:solidFill>
          <a:schemeClr val="dk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6"/>
          <p:cNvSpPr txBox="1"/>
          <p:nvPr>
            <p:ph type="ctrTitle"/>
          </p:nvPr>
        </p:nvSpPr>
        <p:spPr>
          <a:xfrm>
            <a:off x="723600" y="470625"/>
            <a:ext cx="1707000" cy="7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4" name="Google Shape;184;p36"/>
          <p:cNvSpPr txBox="1"/>
          <p:nvPr>
            <p:ph idx="2" type="ctrTitle"/>
          </p:nvPr>
        </p:nvSpPr>
        <p:spPr>
          <a:xfrm>
            <a:off x="1627625" y="2937725"/>
            <a:ext cx="2873400" cy="36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85" name="Google Shape;185;p36"/>
          <p:cNvSpPr txBox="1"/>
          <p:nvPr>
            <p:ph idx="3" type="ctrTitle"/>
          </p:nvPr>
        </p:nvSpPr>
        <p:spPr>
          <a:xfrm>
            <a:off x="1627625" y="1302300"/>
            <a:ext cx="2873400" cy="36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86" name="Google Shape;186;p36"/>
          <p:cNvSpPr txBox="1"/>
          <p:nvPr>
            <p:ph idx="4" type="ctrTitle"/>
          </p:nvPr>
        </p:nvSpPr>
        <p:spPr>
          <a:xfrm>
            <a:off x="1627625" y="3749525"/>
            <a:ext cx="2873400" cy="36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87" name="Google Shape;187;p36"/>
          <p:cNvSpPr txBox="1"/>
          <p:nvPr>
            <p:ph idx="5" type="ctrTitle"/>
          </p:nvPr>
        </p:nvSpPr>
        <p:spPr>
          <a:xfrm>
            <a:off x="1627625" y="2125920"/>
            <a:ext cx="2873400" cy="36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88" name="Google Shape;188;p36"/>
          <p:cNvSpPr txBox="1"/>
          <p:nvPr>
            <p:ph idx="1" type="subTitle"/>
          </p:nvPr>
        </p:nvSpPr>
        <p:spPr>
          <a:xfrm>
            <a:off x="1627625" y="2493725"/>
            <a:ext cx="28734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89" name="Google Shape;189;p36"/>
          <p:cNvSpPr txBox="1"/>
          <p:nvPr>
            <p:ph idx="6" type="subTitle"/>
          </p:nvPr>
        </p:nvSpPr>
        <p:spPr>
          <a:xfrm>
            <a:off x="1627625" y="3305525"/>
            <a:ext cx="28734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90" name="Google Shape;190;p36"/>
          <p:cNvSpPr txBox="1"/>
          <p:nvPr>
            <p:ph idx="7" type="subTitle"/>
          </p:nvPr>
        </p:nvSpPr>
        <p:spPr>
          <a:xfrm>
            <a:off x="1627625" y="4117325"/>
            <a:ext cx="28734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91" name="Google Shape;191;p36"/>
          <p:cNvSpPr txBox="1"/>
          <p:nvPr>
            <p:ph idx="8" type="subTitle"/>
          </p:nvPr>
        </p:nvSpPr>
        <p:spPr>
          <a:xfrm>
            <a:off x="1627625" y="1681925"/>
            <a:ext cx="28734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4">
  <p:cSld name="CUSTOM_22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7"/>
          <p:cNvSpPr txBox="1"/>
          <p:nvPr>
            <p:ph type="ctrTitle"/>
          </p:nvPr>
        </p:nvSpPr>
        <p:spPr>
          <a:xfrm>
            <a:off x="6499521" y="3293191"/>
            <a:ext cx="1690800" cy="2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94" name="Google Shape;194;p37"/>
          <p:cNvSpPr txBox="1"/>
          <p:nvPr>
            <p:ph idx="1" type="subTitle"/>
          </p:nvPr>
        </p:nvSpPr>
        <p:spPr>
          <a:xfrm>
            <a:off x="6499521" y="3568943"/>
            <a:ext cx="1690800" cy="48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95" name="Google Shape;195;p37"/>
          <p:cNvSpPr txBox="1"/>
          <p:nvPr>
            <p:ph idx="2" type="ctrTitle"/>
          </p:nvPr>
        </p:nvSpPr>
        <p:spPr>
          <a:xfrm>
            <a:off x="975094" y="3293196"/>
            <a:ext cx="1690800" cy="2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96" name="Google Shape;196;p37"/>
          <p:cNvSpPr txBox="1"/>
          <p:nvPr>
            <p:ph idx="3" type="subTitle"/>
          </p:nvPr>
        </p:nvSpPr>
        <p:spPr>
          <a:xfrm>
            <a:off x="975094" y="3568950"/>
            <a:ext cx="1690800" cy="48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97" name="Google Shape;197;p37"/>
          <p:cNvSpPr txBox="1"/>
          <p:nvPr>
            <p:ph idx="4" type="ctrTitle"/>
          </p:nvPr>
        </p:nvSpPr>
        <p:spPr>
          <a:xfrm>
            <a:off x="2818426" y="3293196"/>
            <a:ext cx="1690800" cy="2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98" name="Google Shape;198;p37"/>
          <p:cNvSpPr txBox="1"/>
          <p:nvPr>
            <p:ph idx="5" type="subTitle"/>
          </p:nvPr>
        </p:nvSpPr>
        <p:spPr>
          <a:xfrm>
            <a:off x="2818426" y="3568950"/>
            <a:ext cx="1690800" cy="48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99" name="Google Shape;199;p37"/>
          <p:cNvSpPr txBox="1"/>
          <p:nvPr>
            <p:ph idx="6" type="ctrTitle"/>
          </p:nvPr>
        </p:nvSpPr>
        <p:spPr>
          <a:xfrm>
            <a:off x="4658972" y="3293200"/>
            <a:ext cx="1690800" cy="2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00" name="Google Shape;200;p37"/>
          <p:cNvSpPr txBox="1"/>
          <p:nvPr>
            <p:ph idx="7" type="subTitle"/>
          </p:nvPr>
        </p:nvSpPr>
        <p:spPr>
          <a:xfrm>
            <a:off x="4658972" y="3568950"/>
            <a:ext cx="1690800" cy="48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1" name="Google Shape;201;p37"/>
          <p:cNvSpPr txBox="1"/>
          <p:nvPr>
            <p:ph idx="8" type="ctrTitle"/>
          </p:nvPr>
        </p:nvSpPr>
        <p:spPr>
          <a:xfrm>
            <a:off x="723600" y="470625"/>
            <a:ext cx="1707000" cy="7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20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8"/>
          <p:cNvSpPr txBox="1"/>
          <p:nvPr>
            <p:ph type="title"/>
          </p:nvPr>
        </p:nvSpPr>
        <p:spPr>
          <a:xfrm>
            <a:off x="2576175" y="1911089"/>
            <a:ext cx="2081100" cy="36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/>
        </p:txBody>
      </p:sp>
      <p:sp>
        <p:nvSpPr>
          <p:cNvPr id="204" name="Google Shape;204;p38"/>
          <p:cNvSpPr txBox="1"/>
          <p:nvPr>
            <p:ph idx="1" type="subTitle"/>
          </p:nvPr>
        </p:nvSpPr>
        <p:spPr>
          <a:xfrm>
            <a:off x="2576172" y="2274706"/>
            <a:ext cx="20811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205" name="Google Shape;205;p38"/>
          <p:cNvSpPr txBox="1"/>
          <p:nvPr>
            <p:ph idx="2" type="title"/>
          </p:nvPr>
        </p:nvSpPr>
        <p:spPr>
          <a:xfrm>
            <a:off x="4860080" y="1911089"/>
            <a:ext cx="2081100" cy="36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/>
        </p:txBody>
      </p:sp>
      <p:sp>
        <p:nvSpPr>
          <p:cNvPr id="206" name="Google Shape;206;p38"/>
          <p:cNvSpPr txBox="1"/>
          <p:nvPr>
            <p:ph idx="3" type="subTitle"/>
          </p:nvPr>
        </p:nvSpPr>
        <p:spPr>
          <a:xfrm>
            <a:off x="4860082" y="2274706"/>
            <a:ext cx="20811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207" name="Google Shape;207;p38"/>
          <p:cNvSpPr txBox="1"/>
          <p:nvPr>
            <p:ph idx="4" type="title"/>
          </p:nvPr>
        </p:nvSpPr>
        <p:spPr>
          <a:xfrm>
            <a:off x="1431975" y="3604284"/>
            <a:ext cx="2081100" cy="36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/>
        </p:txBody>
      </p:sp>
      <p:sp>
        <p:nvSpPr>
          <p:cNvPr id="208" name="Google Shape;208;p38"/>
          <p:cNvSpPr txBox="1"/>
          <p:nvPr>
            <p:ph idx="5" type="subTitle"/>
          </p:nvPr>
        </p:nvSpPr>
        <p:spPr>
          <a:xfrm>
            <a:off x="1431972" y="3967881"/>
            <a:ext cx="20811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209" name="Google Shape;209;p38"/>
          <p:cNvSpPr txBox="1"/>
          <p:nvPr>
            <p:ph idx="6" type="title"/>
          </p:nvPr>
        </p:nvSpPr>
        <p:spPr>
          <a:xfrm>
            <a:off x="3715885" y="3604284"/>
            <a:ext cx="2081100" cy="36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/>
        </p:txBody>
      </p:sp>
      <p:sp>
        <p:nvSpPr>
          <p:cNvPr id="210" name="Google Shape;210;p38"/>
          <p:cNvSpPr txBox="1"/>
          <p:nvPr>
            <p:ph idx="7" type="subTitle"/>
          </p:nvPr>
        </p:nvSpPr>
        <p:spPr>
          <a:xfrm>
            <a:off x="3715882" y="3967881"/>
            <a:ext cx="20811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211" name="Google Shape;211;p38"/>
          <p:cNvSpPr txBox="1"/>
          <p:nvPr>
            <p:ph idx="8" type="title"/>
          </p:nvPr>
        </p:nvSpPr>
        <p:spPr>
          <a:xfrm>
            <a:off x="5999800" y="3604284"/>
            <a:ext cx="2081100" cy="36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DM Serif Display"/>
              <a:buNone/>
              <a:defRPr sz="1400"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/>
        </p:txBody>
      </p:sp>
      <p:sp>
        <p:nvSpPr>
          <p:cNvPr id="212" name="Google Shape;212;p38"/>
          <p:cNvSpPr txBox="1"/>
          <p:nvPr>
            <p:ph idx="9" type="subTitle"/>
          </p:nvPr>
        </p:nvSpPr>
        <p:spPr>
          <a:xfrm>
            <a:off x="5999798" y="3967881"/>
            <a:ext cx="20811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pen Sans Light"/>
              <a:buNone/>
              <a:defRPr sz="10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213" name="Google Shape;213;p38"/>
          <p:cNvSpPr txBox="1"/>
          <p:nvPr>
            <p:ph idx="13" type="ctrTitle"/>
          </p:nvPr>
        </p:nvSpPr>
        <p:spPr>
          <a:xfrm>
            <a:off x="723600" y="470625"/>
            <a:ext cx="17070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6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9"/>
          <p:cNvSpPr txBox="1"/>
          <p:nvPr>
            <p:ph type="ctrTitle"/>
          </p:nvPr>
        </p:nvSpPr>
        <p:spPr>
          <a:xfrm>
            <a:off x="723600" y="470625"/>
            <a:ext cx="17070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16" name="Google Shape;216;p39"/>
          <p:cNvSpPr txBox="1"/>
          <p:nvPr>
            <p:ph idx="2" type="ctrTitle"/>
          </p:nvPr>
        </p:nvSpPr>
        <p:spPr>
          <a:xfrm>
            <a:off x="2207792" y="1961143"/>
            <a:ext cx="1826400" cy="41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17" name="Google Shape;217;p39"/>
          <p:cNvSpPr txBox="1"/>
          <p:nvPr>
            <p:ph idx="1" type="subTitle"/>
          </p:nvPr>
        </p:nvSpPr>
        <p:spPr>
          <a:xfrm>
            <a:off x="2208007" y="2376293"/>
            <a:ext cx="1826400" cy="480900"/>
          </a:xfrm>
          <a:prstGeom prst="rect">
            <a:avLst/>
          </a:prstGeom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8" name="Google Shape;218;p39"/>
          <p:cNvSpPr txBox="1"/>
          <p:nvPr>
            <p:ph idx="3" type="ctrTitle"/>
          </p:nvPr>
        </p:nvSpPr>
        <p:spPr>
          <a:xfrm>
            <a:off x="4402900" y="1961143"/>
            <a:ext cx="1826400" cy="41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19" name="Google Shape;219;p39"/>
          <p:cNvSpPr txBox="1"/>
          <p:nvPr>
            <p:ph idx="4" type="subTitle"/>
          </p:nvPr>
        </p:nvSpPr>
        <p:spPr>
          <a:xfrm>
            <a:off x="4402850" y="2374293"/>
            <a:ext cx="1826400" cy="480900"/>
          </a:xfrm>
          <a:prstGeom prst="rect">
            <a:avLst/>
          </a:prstGeom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0" name="Google Shape;220;p39"/>
          <p:cNvSpPr txBox="1"/>
          <p:nvPr>
            <p:ph idx="5" type="ctrTitle"/>
          </p:nvPr>
        </p:nvSpPr>
        <p:spPr>
          <a:xfrm>
            <a:off x="6604375" y="1961143"/>
            <a:ext cx="1826400" cy="41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21" name="Google Shape;221;p39"/>
          <p:cNvSpPr txBox="1"/>
          <p:nvPr>
            <p:ph idx="6" type="subTitle"/>
          </p:nvPr>
        </p:nvSpPr>
        <p:spPr>
          <a:xfrm>
            <a:off x="6604225" y="2374293"/>
            <a:ext cx="1826400" cy="480900"/>
          </a:xfrm>
          <a:prstGeom prst="rect">
            <a:avLst/>
          </a:prstGeom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2" name="Google Shape;222;p39"/>
          <p:cNvSpPr txBox="1"/>
          <p:nvPr>
            <p:ph idx="7" type="ctrTitle"/>
          </p:nvPr>
        </p:nvSpPr>
        <p:spPr>
          <a:xfrm>
            <a:off x="713225" y="3703375"/>
            <a:ext cx="1826400" cy="41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23" name="Google Shape;223;p39"/>
          <p:cNvSpPr txBox="1"/>
          <p:nvPr>
            <p:ph idx="8" type="subTitle"/>
          </p:nvPr>
        </p:nvSpPr>
        <p:spPr>
          <a:xfrm>
            <a:off x="713441" y="4118525"/>
            <a:ext cx="1826400" cy="480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4" name="Google Shape;224;p39"/>
          <p:cNvSpPr txBox="1"/>
          <p:nvPr>
            <p:ph idx="9" type="ctrTitle"/>
          </p:nvPr>
        </p:nvSpPr>
        <p:spPr>
          <a:xfrm>
            <a:off x="2908347" y="3703375"/>
            <a:ext cx="1826400" cy="41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25" name="Google Shape;225;p39"/>
          <p:cNvSpPr txBox="1"/>
          <p:nvPr>
            <p:ph idx="13" type="subTitle"/>
          </p:nvPr>
        </p:nvSpPr>
        <p:spPr>
          <a:xfrm>
            <a:off x="2908322" y="4116525"/>
            <a:ext cx="1826400" cy="480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6" name="Google Shape;226;p39"/>
          <p:cNvSpPr txBox="1"/>
          <p:nvPr>
            <p:ph idx="14" type="ctrTitle"/>
          </p:nvPr>
        </p:nvSpPr>
        <p:spPr>
          <a:xfrm>
            <a:off x="5109872" y="3689200"/>
            <a:ext cx="1826400" cy="41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27" name="Google Shape;227;p39"/>
          <p:cNvSpPr txBox="1"/>
          <p:nvPr>
            <p:ph idx="15" type="subTitle"/>
          </p:nvPr>
        </p:nvSpPr>
        <p:spPr>
          <a:xfrm>
            <a:off x="5109722" y="4118525"/>
            <a:ext cx="1826400" cy="480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4">
    <p:bg>
      <p:bgPr>
        <a:solidFill>
          <a:schemeClr val="dk1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0"/>
          <p:cNvSpPr txBox="1"/>
          <p:nvPr>
            <p:ph type="ctrTitle"/>
          </p:nvPr>
        </p:nvSpPr>
        <p:spPr>
          <a:xfrm>
            <a:off x="723600" y="470625"/>
            <a:ext cx="17046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9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1"/>
          <p:cNvSpPr/>
          <p:nvPr/>
        </p:nvSpPr>
        <p:spPr>
          <a:xfrm>
            <a:off x="0" y="0"/>
            <a:ext cx="7691511" cy="5182651"/>
          </a:xfrm>
          <a:custGeom>
            <a:rect b="b" l="l" r="r" t="t"/>
            <a:pathLst>
              <a:path extrusionOk="0" h="192217" w="285267">
                <a:moveTo>
                  <a:pt x="235625" y="0"/>
                </a:moveTo>
                <a:lnTo>
                  <a:pt x="235625" y="85"/>
                </a:lnTo>
                <a:lnTo>
                  <a:pt x="0" y="85"/>
                </a:lnTo>
                <a:lnTo>
                  <a:pt x="0" y="192217"/>
                </a:lnTo>
                <a:lnTo>
                  <a:pt x="86815" y="192217"/>
                </a:lnTo>
                <a:lnTo>
                  <a:pt x="86915" y="192131"/>
                </a:lnTo>
                <a:lnTo>
                  <a:pt x="136542" y="192131"/>
                </a:lnTo>
                <a:lnTo>
                  <a:pt x="136542" y="164678"/>
                </a:lnTo>
                <a:lnTo>
                  <a:pt x="161320" y="164678"/>
                </a:lnTo>
                <a:lnTo>
                  <a:pt x="161320" y="137239"/>
                </a:lnTo>
                <a:lnTo>
                  <a:pt x="186112" y="137239"/>
                </a:lnTo>
                <a:lnTo>
                  <a:pt x="186112" y="109785"/>
                </a:lnTo>
                <a:lnTo>
                  <a:pt x="210904" y="109785"/>
                </a:lnTo>
                <a:lnTo>
                  <a:pt x="210904" y="82346"/>
                </a:lnTo>
                <a:lnTo>
                  <a:pt x="235682" y="82346"/>
                </a:lnTo>
                <a:lnTo>
                  <a:pt x="235682" y="54893"/>
                </a:lnTo>
                <a:lnTo>
                  <a:pt x="260474" y="54893"/>
                </a:lnTo>
                <a:lnTo>
                  <a:pt x="260474" y="27453"/>
                </a:lnTo>
                <a:lnTo>
                  <a:pt x="285266" y="27453"/>
                </a:lnTo>
                <a:lnTo>
                  <a:pt x="28526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41"/>
          <p:cNvSpPr txBox="1"/>
          <p:nvPr>
            <p:ph type="ctrTitle"/>
          </p:nvPr>
        </p:nvSpPr>
        <p:spPr>
          <a:xfrm>
            <a:off x="723600" y="470625"/>
            <a:ext cx="17379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23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2"/>
          <p:cNvSpPr txBox="1"/>
          <p:nvPr>
            <p:ph type="ctrTitle"/>
          </p:nvPr>
        </p:nvSpPr>
        <p:spPr>
          <a:xfrm>
            <a:off x="723600" y="470625"/>
            <a:ext cx="16485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1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3"/>
          <p:cNvSpPr txBox="1"/>
          <p:nvPr>
            <p:ph type="title"/>
          </p:nvPr>
        </p:nvSpPr>
        <p:spPr>
          <a:xfrm>
            <a:off x="1676549" y="2123400"/>
            <a:ext cx="2847000" cy="89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7" name="Google Shape;237;p43"/>
          <p:cNvSpPr txBox="1"/>
          <p:nvPr>
            <p:ph idx="1" type="subTitle"/>
          </p:nvPr>
        </p:nvSpPr>
        <p:spPr>
          <a:xfrm flipH="1">
            <a:off x="5020872" y="1986750"/>
            <a:ext cx="2631000" cy="117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38" name="Google Shape;238;p43"/>
          <p:cNvSpPr txBox="1"/>
          <p:nvPr/>
        </p:nvSpPr>
        <p:spPr>
          <a:xfrm flipH="1">
            <a:off x="5020875" y="3782100"/>
            <a:ext cx="33672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25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4"/>
          <p:cNvSpPr/>
          <p:nvPr/>
        </p:nvSpPr>
        <p:spPr>
          <a:xfrm flipH="1">
            <a:off x="5204100" y="539500"/>
            <a:ext cx="3939900" cy="536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41" name="Google Shape;241;p44"/>
          <p:cNvSpPr/>
          <p:nvPr/>
        </p:nvSpPr>
        <p:spPr>
          <a:xfrm flipH="1" rot="5400000">
            <a:off x="105125" y="4670975"/>
            <a:ext cx="679500" cy="536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26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5"/>
          <p:cNvSpPr/>
          <p:nvPr/>
        </p:nvSpPr>
        <p:spPr>
          <a:xfrm>
            <a:off x="5344850" y="0"/>
            <a:ext cx="3798900" cy="2233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45"/>
          <p:cNvSpPr/>
          <p:nvPr/>
        </p:nvSpPr>
        <p:spPr>
          <a:xfrm>
            <a:off x="-2066275" y="4599425"/>
            <a:ext cx="2779500" cy="1633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45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DM Serif Display"/>
              <a:buNone/>
              <a:defRPr sz="280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Light"/>
              <a:buChar char="●"/>
              <a:defRPr sz="1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Light"/>
              <a:buChar char="○"/>
              <a:defRPr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Light"/>
              <a:buChar char="■"/>
              <a:defRPr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●"/>
              <a:defRPr sz="1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Light"/>
              <a:buChar char="○"/>
              <a:defRPr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Light"/>
              <a:buChar char="■"/>
              <a:defRPr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Light"/>
              <a:buChar char="●"/>
              <a:defRPr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Light"/>
              <a:buChar char="○"/>
              <a:defRPr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Light"/>
              <a:buChar char="■"/>
              <a:defRPr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2897">
          <p15:clr>
            <a:srgbClr val="EA4335"/>
          </p15:clr>
        </p15:guide>
        <p15:guide id="4" orient="horz" pos="34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slide" Target="/ppt/slides/slide6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jpg"/><Relationship Id="rId4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jpg"/><Relationship Id="rId4" Type="http://schemas.openxmlformats.org/officeDocument/2006/relationships/image" Target="../media/image5.jpg"/><Relationship Id="rId5" Type="http://schemas.openxmlformats.org/officeDocument/2006/relationships/image" Target="../media/image7.jpg"/><Relationship Id="rId6" Type="http://schemas.openxmlformats.org/officeDocument/2006/relationships/image" Target="../media/image15.jpg"/><Relationship Id="rId7" Type="http://schemas.openxmlformats.org/officeDocument/2006/relationships/image" Target="../media/image12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www.maximizemarketresearch.com/market-report/online-home-rental-market/148639/#:~:text=Forecast%202022%2D2029-,Online%20Home%20Rental%20Market%2D%20Industry,and%20Forecast%20(2022%2D2029)&amp;text=Online%20Home%20Rental%20Market%20size,reaching%20nearly%20US%24%2044.72%20Bn" TargetMode="External"/><Relationship Id="rId4" Type="http://schemas.openxmlformats.org/officeDocument/2006/relationships/hyperlink" Target="https://www.huduser.gov/portal/periodicals/insight/insight_2.pdf" TargetMode="External"/><Relationship Id="rId5" Type="http://schemas.openxmlformats.org/officeDocument/2006/relationships/hyperlink" Target="https://www.usnews.com/best-colleges/university-of-southern-california-1328/student-life#:~:text=University%20of%20Southern%20California%20has,of%20students%20live%20off%20campus.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id="250" name="Google Shape;250;p46"/>
          <p:cNvPicPr preferRelativeResize="0"/>
          <p:nvPr/>
        </p:nvPicPr>
        <p:blipFill rotWithShape="1">
          <a:blip r:embed="rId3">
            <a:alphaModFix amt="41000"/>
          </a:blip>
          <a:srcRect b="8206" l="0" r="0" t="35964"/>
          <a:stretch/>
        </p:blipFill>
        <p:spPr>
          <a:xfrm>
            <a:off x="-34550" y="0"/>
            <a:ext cx="9213074" cy="51435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3000"/>
              </a:srgbClr>
            </a:outerShdw>
          </a:effectLst>
        </p:spPr>
      </p:pic>
      <p:sp>
        <p:nvSpPr>
          <p:cNvPr id="251" name="Google Shape;251;p46"/>
          <p:cNvSpPr txBox="1"/>
          <p:nvPr>
            <p:ph type="ctrTitle"/>
          </p:nvPr>
        </p:nvSpPr>
        <p:spPr>
          <a:xfrm>
            <a:off x="1046400" y="1688400"/>
            <a:ext cx="7051200" cy="175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" sz="3500"/>
              <a:t>USC Housing Mobile Application Project</a:t>
            </a:r>
            <a:endParaRPr sz="5700"/>
          </a:p>
        </p:txBody>
      </p:sp>
      <p:sp>
        <p:nvSpPr>
          <p:cNvPr id="252" name="Google Shape;252;p46"/>
          <p:cNvSpPr txBox="1"/>
          <p:nvPr>
            <p:ph idx="1" type="subTitle"/>
          </p:nvPr>
        </p:nvSpPr>
        <p:spPr>
          <a:xfrm>
            <a:off x="1169925" y="3719425"/>
            <a:ext cx="6681600" cy="37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Team 4.4 : Sami Andari, Diya Shah, Mihir Kavishwar, Rhythm Deo, Guozheng Yang</a:t>
            </a:r>
            <a:endParaRPr sz="80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253" name="Google Shape;253;p46"/>
          <p:cNvSpPr txBox="1"/>
          <p:nvPr/>
        </p:nvSpPr>
        <p:spPr>
          <a:xfrm>
            <a:off x="2560775" y="946775"/>
            <a:ext cx="432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ISE 515 Engineering Project Management</a:t>
            </a:r>
            <a:endParaRPr sz="1800">
              <a:solidFill>
                <a:schemeClr val="dk2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7"/>
          <p:cNvSpPr/>
          <p:nvPr/>
        </p:nvSpPr>
        <p:spPr>
          <a:xfrm>
            <a:off x="1304925" y="2076450"/>
            <a:ext cx="1943100" cy="1343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47"/>
          <p:cNvSpPr/>
          <p:nvPr/>
        </p:nvSpPr>
        <p:spPr>
          <a:xfrm>
            <a:off x="2752850" y="-256975"/>
            <a:ext cx="2590800" cy="2838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47"/>
          <p:cNvSpPr/>
          <p:nvPr/>
        </p:nvSpPr>
        <p:spPr>
          <a:xfrm>
            <a:off x="3743325" y="2372700"/>
            <a:ext cx="3891300" cy="2418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47"/>
          <p:cNvSpPr/>
          <p:nvPr/>
        </p:nvSpPr>
        <p:spPr>
          <a:xfrm>
            <a:off x="6334125" y="1416825"/>
            <a:ext cx="3200400" cy="2160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47"/>
          <p:cNvSpPr txBox="1"/>
          <p:nvPr/>
        </p:nvSpPr>
        <p:spPr>
          <a:xfrm>
            <a:off x="1274925" y="2686100"/>
            <a:ext cx="2003100" cy="6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Ever found yourself with peculiar housemates?</a:t>
            </a:r>
            <a:endParaRPr sz="12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63" name="Google Shape;263;p47"/>
          <p:cNvSpPr txBox="1"/>
          <p:nvPr/>
        </p:nvSpPr>
        <p:spPr>
          <a:xfrm>
            <a:off x="2871925" y="841925"/>
            <a:ext cx="2471700" cy="9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Is your landlord adding unnecessary stress to your student life?</a:t>
            </a:r>
            <a:endParaRPr sz="12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64" name="Google Shape;264;p47"/>
          <p:cNvSpPr txBox="1"/>
          <p:nvPr/>
        </p:nvSpPr>
        <p:spPr>
          <a:xfrm>
            <a:off x="3848509" y="3419562"/>
            <a:ext cx="2376600" cy="13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Do online housing reviews align with the reality of your living situation?</a:t>
            </a:r>
            <a:endParaRPr sz="12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65" name="Google Shape;265;p47"/>
          <p:cNvSpPr txBox="1"/>
          <p:nvPr/>
        </p:nvSpPr>
        <p:spPr>
          <a:xfrm>
            <a:off x="6467225" y="1510525"/>
            <a:ext cx="2202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Struggling to furnish your student accommodation affordably?</a:t>
            </a:r>
            <a:endParaRPr sz="12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1875" y="0"/>
            <a:ext cx="494026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49"/>
          <p:cNvPicPr preferRelativeResize="0"/>
          <p:nvPr/>
        </p:nvPicPr>
        <p:blipFill rotWithShape="1">
          <a:blip r:embed="rId3">
            <a:alphaModFix/>
          </a:blip>
          <a:srcRect b="5444" l="0" r="0" t="5444"/>
          <a:stretch/>
        </p:blipFill>
        <p:spPr>
          <a:xfrm flipH="1">
            <a:off x="4361900" y="1730775"/>
            <a:ext cx="4825200" cy="28701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49"/>
          <p:cNvSpPr/>
          <p:nvPr/>
        </p:nvSpPr>
        <p:spPr>
          <a:xfrm flipH="1">
            <a:off x="-39700" y="540000"/>
            <a:ext cx="2030700" cy="147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49"/>
          <p:cNvSpPr/>
          <p:nvPr/>
        </p:nvSpPr>
        <p:spPr>
          <a:xfrm flipH="1">
            <a:off x="229650" y="1412125"/>
            <a:ext cx="4790700" cy="2538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78" name="Google Shape;278;p49"/>
          <p:cNvSpPr txBox="1"/>
          <p:nvPr>
            <p:ph type="title"/>
          </p:nvPr>
        </p:nvSpPr>
        <p:spPr>
          <a:xfrm flipH="1">
            <a:off x="5529572" y="2188050"/>
            <a:ext cx="2847000" cy="89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dk1"/>
                </a:solidFill>
              </a:rPr>
              <a:t>Mission statement</a:t>
            </a:r>
            <a:endParaRPr sz="3100">
              <a:solidFill>
                <a:schemeClr val="dk1"/>
              </a:solidFill>
            </a:endParaRPr>
          </a:p>
        </p:txBody>
      </p:sp>
      <p:sp>
        <p:nvSpPr>
          <p:cNvPr id="279" name="Google Shape;279;p49"/>
          <p:cNvSpPr txBox="1"/>
          <p:nvPr>
            <p:ph idx="1" type="subTitle"/>
          </p:nvPr>
        </p:nvSpPr>
        <p:spPr>
          <a:xfrm>
            <a:off x="229650" y="2188050"/>
            <a:ext cx="4132200" cy="12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Open Sans SemiBold"/>
                <a:ea typeface="Open Sans SemiBold"/>
                <a:cs typeface="Open Sans SemiBold"/>
                <a:sym typeface="Open Sans SemiBold"/>
              </a:rPr>
              <a:t>"Empowering USC students with authentic reviews, effortless roommate matching, and a user-friendly marketplace. Redefining housing, one click at a time."</a:t>
            </a:r>
            <a:endParaRPr sz="14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50"/>
          <p:cNvSpPr/>
          <p:nvPr/>
        </p:nvSpPr>
        <p:spPr>
          <a:xfrm>
            <a:off x="2494975" y="2996825"/>
            <a:ext cx="5994000" cy="4617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85" name="Google Shape;285;p50"/>
          <p:cNvSpPr/>
          <p:nvPr/>
        </p:nvSpPr>
        <p:spPr>
          <a:xfrm>
            <a:off x="228600" y="2996675"/>
            <a:ext cx="2828700" cy="462000"/>
          </a:xfrm>
          <a:prstGeom prst="rect">
            <a:avLst/>
          </a:prstGeom>
          <a:solidFill>
            <a:srgbClr val="B3C3C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86" name="Google Shape;286;p50"/>
          <p:cNvSpPr/>
          <p:nvPr/>
        </p:nvSpPr>
        <p:spPr>
          <a:xfrm>
            <a:off x="6422900" y="1435675"/>
            <a:ext cx="2340000" cy="461700"/>
          </a:xfrm>
          <a:prstGeom prst="rect">
            <a:avLst/>
          </a:prstGeom>
          <a:solidFill>
            <a:srgbClr val="E3E9E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87" name="Google Shape;287;p50"/>
          <p:cNvSpPr/>
          <p:nvPr/>
        </p:nvSpPr>
        <p:spPr>
          <a:xfrm>
            <a:off x="1192000" y="1423200"/>
            <a:ext cx="5181000" cy="462000"/>
          </a:xfrm>
          <a:prstGeom prst="rect">
            <a:avLst/>
          </a:prstGeom>
          <a:solidFill>
            <a:srgbClr val="C2C2C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88" name="Google Shape;288;p50"/>
          <p:cNvSpPr/>
          <p:nvPr/>
        </p:nvSpPr>
        <p:spPr>
          <a:xfrm>
            <a:off x="1177875" y="1409703"/>
            <a:ext cx="7618500" cy="486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</a:endParaRPr>
          </a:p>
        </p:txBody>
      </p:sp>
      <p:sp>
        <p:nvSpPr>
          <p:cNvPr id="289" name="Google Shape;289;p50"/>
          <p:cNvSpPr/>
          <p:nvPr/>
        </p:nvSpPr>
        <p:spPr>
          <a:xfrm>
            <a:off x="185575" y="2954738"/>
            <a:ext cx="8303400" cy="486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</a:endParaRPr>
          </a:p>
        </p:txBody>
      </p:sp>
      <p:sp>
        <p:nvSpPr>
          <p:cNvPr id="290" name="Google Shape;290;p50"/>
          <p:cNvSpPr txBox="1"/>
          <p:nvPr>
            <p:ph idx="2" type="ctrTitle"/>
          </p:nvPr>
        </p:nvSpPr>
        <p:spPr>
          <a:xfrm>
            <a:off x="2468480" y="2076050"/>
            <a:ext cx="11700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Problem</a:t>
            </a:r>
            <a:endParaRPr sz="1600"/>
          </a:p>
        </p:txBody>
      </p:sp>
      <p:sp>
        <p:nvSpPr>
          <p:cNvPr id="291" name="Google Shape;291;p50">
            <a:hlinkClick action="ppaction://hlinksldjump" r:id="rId3"/>
          </p:cNvPr>
          <p:cNvSpPr txBox="1"/>
          <p:nvPr>
            <p:ph idx="3" type="title"/>
          </p:nvPr>
        </p:nvSpPr>
        <p:spPr>
          <a:xfrm>
            <a:off x="1884871" y="1497960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/>
              <a:t>01</a:t>
            </a:r>
            <a:endParaRPr sz="5600"/>
          </a:p>
        </p:txBody>
      </p:sp>
      <p:sp>
        <p:nvSpPr>
          <p:cNvPr id="292" name="Google Shape;292;p50"/>
          <p:cNvSpPr txBox="1"/>
          <p:nvPr>
            <p:ph idx="4" type="ctrTitle"/>
          </p:nvPr>
        </p:nvSpPr>
        <p:spPr>
          <a:xfrm>
            <a:off x="3395225" y="2025550"/>
            <a:ext cx="22518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Introduction</a:t>
            </a:r>
            <a:endParaRPr sz="1600"/>
          </a:p>
        </p:txBody>
      </p:sp>
      <p:sp>
        <p:nvSpPr>
          <p:cNvPr id="293" name="Google Shape;293;p50">
            <a:hlinkClick/>
          </p:cNvPr>
          <p:cNvSpPr txBox="1"/>
          <p:nvPr>
            <p:ph idx="6" type="title"/>
          </p:nvPr>
        </p:nvSpPr>
        <p:spPr>
          <a:xfrm>
            <a:off x="4082533" y="1494562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/>
              <a:t>02</a:t>
            </a:r>
            <a:endParaRPr sz="5600"/>
          </a:p>
        </p:txBody>
      </p:sp>
      <p:sp>
        <p:nvSpPr>
          <p:cNvPr id="294" name="Google Shape;294;p50"/>
          <p:cNvSpPr txBox="1"/>
          <p:nvPr>
            <p:ph idx="7" type="ctrTitle"/>
          </p:nvPr>
        </p:nvSpPr>
        <p:spPr>
          <a:xfrm>
            <a:off x="6954328" y="2072675"/>
            <a:ext cx="14448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Timeline</a:t>
            </a:r>
            <a:endParaRPr sz="1600"/>
          </a:p>
        </p:txBody>
      </p:sp>
      <p:sp>
        <p:nvSpPr>
          <p:cNvPr id="295" name="Google Shape;295;p50">
            <a:hlinkClick/>
          </p:cNvPr>
          <p:cNvSpPr txBox="1"/>
          <p:nvPr>
            <p:ph idx="9" type="title"/>
          </p:nvPr>
        </p:nvSpPr>
        <p:spPr>
          <a:xfrm>
            <a:off x="6770449" y="1494550"/>
            <a:ext cx="16449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/>
              <a:t>03</a:t>
            </a:r>
            <a:endParaRPr sz="5600"/>
          </a:p>
        </p:txBody>
      </p:sp>
      <p:sp>
        <p:nvSpPr>
          <p:cNvPr id="296" name="Google Shape;296;p50"/>
          <p:cNvSpPr txBox="1"/>
          <p:nvPr>
            <p:ph idx="13" type="ctrTitle"/>
          </p:nvPr>
        </p:nvSpPr>
        <p:spPr>
          <a:xfrm>
            <a:off x="1086613" y="3671426"/>
            <a:ext cx="11700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Budget</a:t>
            </a:r>
            <a:endParaRPr sz="1600"/>
          </a:p>
        </p:txBody>
      </p:sp>
      <p:sp>
        <p:nvSpPr>
          <p:cNvPr id="297" name="Google Shape;297;p50">
            <a:hlinkClick/>
          </p:cNvPr>
          <p:cNvSpPr txBox="1"/>
          <p:nvPr>
            <p:ph idx="15" type="title"/>
          </p:nvPr>
        </p:nvSpPr>
        <p:spPr>
          <a:xfrm>
            <a:off x="1086624" y="3093618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/>
              <a:t>04</a:t>
            </a:r>
            <a:endParaRPr sz="5200"/>
          </a:p>
        </p:txBody>
      </p:sp>
      <p:sp>
        <p:nvSpPr>
          <p:cNvPr id="298" name="Google Shape;298;p50">
            <a:hlinkClick/>
          </p:cNvPr>
          <p:cNvSpPr txBox="1"/>
          <p:nvPr>
            <p:ph idx="18" type="title"/>
          </p:nvPr>
        </p:nvSpPr>
        <p:spPr>
          <a:xfrm>
            <a:off x="4615074" y="3164744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/>
              <a:t>05</a:t>
            </a:r>
            <a:endParaRPr sz="5200"/>
          </a:p>
        </p:txBody>
      </p:sp>
      <p:sp>
        <p:nvSpPr>
          <p:cNvPr id="299" name="Google Shape;299;p50"/>
          <p:cNvSpPr txBox="1"/>
          <p:nvPr>
            <p:ph idx="19" type="ctrTitle"/>
          </p:nvPr>
        </p:nvSpPr>
        <p:spPr>
          <a:xfrm>
            <a:off x="7129175" y="3742550"/>
            <a:ext cx="12840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Change Control</a:t>
            </a:r>
            <a:endParaRPr sz="1600"/>
          </a:p>
        </p:txBody>
      </p:sp>
      <p:sp>
        <p:nvSpPr>
          <p:cNvPr id="300" name="Google Shape;300;p50">
            <a:hlinkClick/>
          </p:cNvPr>
          <p:cNvSpPr txBox="1"/>
          <p:nvPr>
            <p:ph idx="21" type="title"/>
          </p:nvPr>
        </p:nvSpPr>
        <p:spPr>
          <a:xfrm>
            <a:off x="7286975" y="3164750"/>
            <a:ext cx="968400" cy="577800"/>
          </a:xfrm>
          <a:prstGeom prst="rect">
            <a:avLst/>
          </a:prstGeom>
        </p:spPr>
        <p:txBody>
          <a:bodyPr anchorCtr="0" anchor="ctr" bIns="91425" lIns="11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/>
              <a:t>07</a:t>
            </a:r>
            <a:endParaRPr sz="5200"/>
          </a:p>
        </p:txBody>
      </p:sp>
      <p:sp>
        <p:nvSpPr>
          <p:cNvPr id="301" name="Google Shape;301;p50"/>
          <p:cNvSpPr txBox="1"/>
          <p:nvPr>
            <p:ph type="ctrTitle"/>
          </p:nvPr>
        </p:nvSpPr>
        <p:spPr>
          <a:xfrm>
            <a:off x="3487775" y="409175"/>
            <a:ext cx="2828700" cy="38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Table of contents</a:t>
            </a:r>
            <a:endParaRPr sz="2300"/>
          </a:p>
        </p:txBody>
      </p:sp>
      <p:sp>
        <p:nvSpPr>
          <p:cNvPr id="302" name="Google Shape;302;p50"/>
          <p:cNvSpPr txBox="1"/>
          <p:nvPr>
            <p:ph idx="13" type="ctrTitle"/>
          </p:nvPr>
        </p:nvSpPr>
        <p:spPr>
          <a:xfrm>
            <a:off x="3970503" y="3793050"/>
            <a:ext cx="14448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Contingency</a:t>
            </a:r>
            <a:endParaRPr sz="1600"/>
          </a:p>
        </p:txBody>
      </p:sp>
      <p:sp>
        <p:nvSpPr>
          <p:cNvPr id="303" name="Google Shape;303;p50"/>
          <p:cNvSpPr txBox="1"/>
          <p:nvPr/>
        </p:nvSpPr>
        <p:spPr>
          <a:xfrm>
            <a:off x="1185550" y="1420600"/>
            <a:ext cx="495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Scope</a:t>
            </a:r>
            <a:endParaRPr sz="1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304" name="Google Shape;304;p50"/>
          <p:cNvSpPr txBox="1"/>
          <p:nvPr/>
        </p:nvSpPr>
        <p:spPr>
          <a:xfrm>
            <a:off x="6373000" y="1423350"/>
            <a:ext cx="242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Schedule</a:t>
            </a:r>
            <a:endParaRPr/>
          </a:p>
        </p:txBody>
      </p:sp>
      <p:sp>
        <p:nvSpPr>
          <p:cNvPr id="305" name="Google Shape;305;p50"/>
          <p:cNvSpPr txBox="1"/>
          <p:nvPr/>
        </p:nvSpPr>
        <p:spPr>
          <a:xfrm>
            <a:off x="171625" y="30902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Budget</a:t>
            </a:r>
            <a:endParaRPr/>
          </a:p>
        </p:txBody>
      </p:sp>
      <p:sp>
        <p:nvSpPr>
          <p:cNvPr id="306" name="Google Shape;306;p50"/>
          <p:cNvSpPr txBox="1"/>
          <p:nvPr>
            <p:ph idx="19" type="ctrTitle"/>
          </p:nvPr>
        </p:nvSpPr>
        <p:spPr>
          <a:xfrm>
            <a:off x="6043600" y="3609975"/>
            <a:ext cx="12840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OCM</a:t>
            </a:r>
            <a:endParaRPr sz="1600"/>
          </a:p>
        </p:txBody>
      </p:sp>
      <p:sp>
        <p:nvSpPr>
          <p:cNvPr id="307" name="Google Shape;307;p50">
            <a:hlinkClick/>
          </p:cNvPr>
          <p:cNvSpPr txBox="1"/>
          <p:nvPr>
            <p:ph idx="21" type="title"/>
          </p:nvPr>
        </p:nvSpPr>
        <p:spPr>
          <a:xfrm>
            <a:off x="6043599" y="3164754"/>
            <a:ext cx="1753800" cy="577800"/>
          </a:xfrm>
          <a:prstGeom prst="rect">
            <a:avLst/>
          </a:prstGeom>
        </p:spPr>
        <p:txBody>
          <a:bodyPr anchorCtr="0" anchor="ctr" bIns="91425" lIns="11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/>
              <a:t>06</a:t>
            </a:r>
            <a:endParaRPr sz="5200"/>
          </a:p>
        </p:txBody>
      </p:sp>
      <p:sp>
        <p:nvSpPr>
          <p:cNvPr id="308" name="Google Shape;308;p50"/>
          <p:cNvSpPr txBox="1"/>
          <p:nvPr/>
        </p:nvSpPr>
        <p:spPr>
          <a:xfrm>
            <a:off x="3192900" y="29926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Risk &amp; Change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1"/>
          <p:cNvSpPr/>
          <p:nvPr/>
        </p:nvSpPr>
        <p:spPr>
          <a:xfrm>
            <a:off x="3737950" y="0"/>
            <a:ext cx="5443200" cy="5392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314" name="Google Shape;314;p51"/>
          <p:cNvSpPr txBox="1"/>
          <p:nvPr>
            <p:ph type="ctrTitle"/>
          </p:nvPr>
        </p:nvSpPr>
        <p:spPr>
          <a:xfrm flipH="1">
            <a:off x="4032400" y="3333300"/>
            <a:ext cx="4669200" cy="7998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300">
                <a:solidFill>
                  <a:schemeClr val="dk1"/>
                </a:solidFill>
              </a:rPr>
              <a:t>Scope</a:t>
            </a:r>
            <a:endParaRPr sz="7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2"/>
          <p:cNvSpPr/>
          <p:nvPr/>
        </p:nvSpPr>
        <p:spPr>
          <a:xfrm flipH="1" rot="10800000">
            <a:off x="-31200" y="1339238"/>
            <a:ext cx="9206400" cy="155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52"/>
          <p:cNvSpPr txBox="1"/>
          <p:nvPr>
            <p:ph type="ctrTitle"/>
          </p:nvPr>
        </p:nvSpPr>
        <p:spPr>
          <a:xfrm>
            <a:off x="723600" y="470625"/>
            <a:ext cx="17070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SCOPE</a:t>
            </a:r>
            <a:endParaRPr/>
          </a:p>
        </p:txBody>
      </p:sp>
      <p:sp>
        <p:nvSpPr>
          <p:cNvPr id="321" name="Google Shape;321;p52"/>
          <p:cNvSpPr txBox="1"/>
          <p:nvPr>
            <p:ph idx="2" type="ctrTitle"/>
          </p:nvPr>
        </p:nvSpPr>
        <p:spPr>
          <a:xfrm>
            <a:off x="2247467" y="2087718"/>
            <a:ext cx="1826400" cy="41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USC ID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22" name="Google Shape;322;p52"/>
          <p:cNvSpPr txBox="1"/>
          <p:nvPr>
            <p:ph idx="3" type="ctrTitle"/>
          </p:nvPr>
        </p:nvSpPr>
        <p:spPr>
          <a:xfrm>
            <a:off x="4777975" y="2281418"/>
            <a:ext cx="1826400" cy="41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IOS, Android, Web Platform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23" name="Google Shape;323;p52"/>
          <p:cNvSpPr txBox="1"/>
          <p:nvPr>
            <p:ph idx="5" type="ctrTitle"/>
          </p:nvPr>
        </p:nvSpPr>
        <p:spPr>
          <a:xfrm>
            <a:off x="6387725" y="2481050"/>
            <a:ext cx="2335500" cy="41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Reviews, Roommate Matcher, and Buying/Selling Goods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24" name="Google Shape;324;p52"/>
          <p:cNvSpPr txBox="1"/>
          <p:nvPr>
            <p:ph idx="7" type="ctrTitle"/>
          </p:nvPr>
        </p:nvSpPr>
        <p:spPr>
          <a:xfrm>
            <a:off x="543650" y="3872950"/>
            <a:ext cx="1826400" cy="41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Student Profile</a:t>
            </a:r>
            <a:endParaRPr/>
          </a:p>
        </p:txBody>
      </p:sp>
      <p:sp>
        <p:nvSpPr>
          <p:cNvPr id="325" name="Google Shape;325;p52"/>
          <p:cNvSpPr txBox="1"/>
          <p:nvPr>
            <p:ph idx="9" type="ctrTitle"/>
          </p:nvPr>
        </p:nvSpPr>
        <p:spPr>
          <a:xfrm>
            <a:off x="2908322" y="3825825"/>
            <a:ext cx="1826400" cy="41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Advertisements</a:t>
            </a:r>
            <a:endParaRPr/>
          </a:p>
        </p:txBody>
      </p:sp>
      <p:sp>
        <p:nvSpPr>
          <p:cNvPr id="326" name="Google Shape;326;p52"/>
          <p:cNvSpPr txBox="1"/>
          <p:nvPr>
            <p:ph idx="14" type="ctrTitle"/>
          </p:nvPr>
        </p:nvSpPr>
        <p:spPr>
          <a:xfrm>
            <a:off x="5100475" y="3825825"/>
            <a:ext cx="2124900" cy="41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Images of Products</a:t>
            </a:r>
            <a:endParaRPr/>
          </a:p>
        </p:txBody>
      </p:sp>
      <p:sp>
        <p:nvSpPr>
          <p:cNvPr id="327" name="Google Shape;327;p52"/>
          <p:cNvSpPr/>
          <p:nvPr/>
        </p:nvSpPr>
        <p:spPr>
          <a:xfrm>
            <a:off x="3570963" y="1659425"/>
            <a:ext cx="381000" cy="39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8" name="Google Shape;328;p52"/>
          <p:cNvGrpSpPr/>
          <p:nvPr/>
        </p:nvGrpSpPr>
        <p:grpSpPr>
          <a:xfrm flipH="1">
            <a:off x="3505000" y="1619185"/>
            <a:ext cx="381007" cy="373035"/>
            <a:chOff x="4212429" y="1502385"/>
            <a:chExt cx="321037" cy="353822"/>
          </a:xfrm>
        </p:grpSpPr>
        <p:sp>
          <p:nvSpPr>
            <p:cNvPr id="329" name="Google Shape;329;p52"/>
            <p:cNvSpPr/>
            <p:nvPr/>
          </p:nvSpPr>
          <p:spPr>
            <a:xfrm>
              <a:off x="4310592" y="1585938"/>
              <a:ext cx="125092" cy="163001"/>
            </a:xfrm>
            <a:custGeom>
              <a:rect b="b" l="l" r="r" t="t"/>
              <a:pathLst>
                <a:path extrusionOk="0" h="5121" w="3930">
                  <a:moveTo>
                    <a:pt x="1941" y="310"/>
                  </a:moveTo>
                  <a:cubicBezTo>
                    <a:pt x="2227" y="310"/>
                    <a:pt x="2477" y="489"/>
                    <a:pt x="2584" y="751"/>
                  </a:cubicBezTo>
                  <a:cubicBezTo>
                    <a:pt x="2620" y="834"/>
                    <a:pt x="2644" y="930"/>
                    <a:pt x="2644" y="1013"/>
                  </a:cubicBezTo>
                  <a:lnTo>
                    <a:pt x="2644" y="1192"/>
                  </a:lnTo>
                  <a:cubicBezTo>
                    <a:pt x="2370" y="1096"/>
                    <a:pt x="2275" y="834"/>
                    <a:pt x="2251" y="822"/>
                  </a:cubicBezTo>
                  <a:cubicBezTo>
                    <a:pt x="2227" y="763"/>
                    <a:pt x="2179" y="715"/>
                    <a:pt x="2108" y="715"/>
                  </a:cubicBezTo>
                  <a:cubicBezTo>
                    <a:pt x="2048" y="715"/>
                    <a:pt x="1989" y="751"/>
                    <a:pt x="1953" y="811"/>
                  </a:cubicBezTo>
                  <a:cubicBezTo>
                    <a:pt x="1953" y="811"/>
                    <a:pt x="1763" y="1168"/>
                    <a:pt x="1239" y="1227"/>
                  </a:cubicBezTo>
                  <a:lnTo>
                    <a:pt x="1239" y="1025"/>
                  </a:lnTo>
                  <a:cubicBezTo>
                    <a:pt x="1263" y="930"/>
                    <a:pt x="1275" y="834"/>
                    <a:pt x="1310" y="751"/>
                  </a:cubicBezTo>
                  <a:cubicBezTo>
                    <a:pt x="1406" y="489"/>
                    <a:pt x="1667" y="310"/>
                    <a:pt x="1941" y="310"/>
                  </a:cubicBezTo>
                  <a:close/>
                  <a:moveTo>
                    <a:pt x="2108" y="1180"/>
                  </a:moveTo>
                  <a:cubicBezTo>
                    <a:pt x="2215" y="1322"/>
                    <a:pt x="2394" y="1489"/>
                    <a:pt x="2656" y="1549"/>
                  </a:cubicBezTo>
                  <a:lnTo>
                    <a:pt x="2656" y="1775"/>
                  </a:lnTo>
                  <a:cubicBezTo>
                    <a:pt x="2656" y="2144"/>
                    <a:pt x="2358" y="2454"/>
                    <a:pt x="1989" y="2477"/>
                  </a:cubicBezTo>
                  <a:lnTo>
                    <a:pt x="1929" y="2477"/>
                  </a:lnTo>
                  <a:cubicBezTo>
                    <a:pt x="1560" y="2442"/>
                    <a:pt x="1263" y="2144"/>
                    <a:pt x="1263" y="1763"/>
                  </a:cubicBezTo>
                  <a:lnTo>
                    <a:pt x="1263" y="1549"/>
                  </a:lnTo>
                  <a:cubicBezTo>
                    <a:pt x="1679" y="1501"/>
                    <a:pt x="1941" y="1322"/>
                    <a:pt x="2108" y="1180"/>
                  </a:cubicBezTo>
                  <a:close/>
                  <a:moveTo>
                    <a:pt x="2132" y="2799"/>
                  </a:moveTo>
                  <a:lnTo>
                    <a:pt x="2048" y="2966"/>
                  </a:lnTo>
                  <a:lnTo>
                    <a:pt x="1846" y="2966"/>
                  </a:lnTo>
                  <a:lnTo>
                    <a:pt x="1751" y="2799"/>
                  </a:lnTo>
                  <a:close/>
                  <a:moveTo>
                    <a:pt x="2025" y="3287"/>
                  </a:moveTo>
                  <a:lnTo>
                    <a:pt x="2215" y="4109"/>
                  </a:lnTo>
                  <a:lnTo>
                    <a:pt x="1941" y="4347"/>
                  </a:lnTo>
                  <a:lnTo>
                    <a:pt x="1679" y="4109"/>
                  </a:lnTo>
                  <a:lnTo>
                    <a:pt x="1870" y="3287"/>
                  </a:lnTo>
                  <a:close/>
                  <a:moveTo>
                    <a:pt x="2453" y="2870"/>
                  </a:moveTo>
                  <a:cubicBezTo>
                    <a:pt x="2668" y="2954"/>
                    <a:pt x="2894" y="3085"/>
                    <a:pt x="3072" y="3263"/>
                  </a:cubicBezTo>
                  <a:cubicBezTo>
                    <a:pt x="3394" y="3561"/>
                    <a:pt x="3561" y="3966"/>
                    <a:pt x="3561" y="4359"/>
                  </a:cubicBezTo>
                  <a:lnTo>
                    <a:pt x="3596" y="4775"/>
                  </a:lnTo>
                  <a:lnTo>
                    <a:pt x="322" y="4775"/>
                  </a:lnTo>
                  <a:lnTo>
                    <a:pt x="322" y="4359"/>
                  </a:lnTo>
                  <a:cubicBezTo>
                    <a:pt x="322" y="3942"/>
                    <a:pt x="501" y="3561"/>
                    <a:pt x="810" y="3263"/>
                  </a:cubicBezTo>
                  <a:cubicBezTo>
                    <a:pt x="989" y="3097"/>
                    <a:pt x="1215" y="2966"/>
                    <a:pt x="1441" y="2870"/>
                  </a:cubicBezTo>
                  <a:lnTo>
                    <a:pt x="1572" y="3144"/>
                  </a:lnTo>
                  <a:lnTo>
                    <a:pt x="1346" y="4120"/>
                  </a:lnTo>
                  <a:cubicBezTo>
                    <a:pt x="1334" y="4180"/>
                    <a:pt x="1346" y="4240"/>
                    <a:pt x="1394" y="4287"/>
                  </a:cubicBezTo>
                  <a:lnTo>
                    <a:pt x="1834" y="4692"/>
                  </a:lnTo>
                  <a:cubicBezTo>
                    <a:pt x="1870" y="4716"/>
                    <a:pt x="1917" y="4740"/>
                    <a:pt x="1941" y="4740"/>
                  </a:cubicBezTo>
                  <a:cubicBezTo>
                    <a:pt x="1989" y="4740"/>
                    <a:pt x="2025" y="4716"/>
                    <a:pt x="2048" y="4692"/>
                  </a:cubicBezTo>
                  <a:lnTo>
                    <a:pt x="2501" y="4287"/>
                  </a:lnTo>
                  <a:cubicBezTo>
                    <a:pt x="2537" y="4240"/>
                    <a:pt x="2560" y="4180"/>
                    <a:pt x="2537" y="4120"/>
                  </a:cubicBezTo>
                  <a:lnTo>
                    <a:pt x="2322" y="3144"/>
                  </a:lnTo>
                  <a:lnTo>
                    <a:pt x="2453" y="2870"/>
                  </a:lnTo>
                  <a:close/>
                  <a:moveTo>
                    <a:pt x="1965" y="1"/>
                  </a:moveTo>
                  <a:cubicBezTo>
                    <a:pt x="1394" y="1"/>
                    <a:pt x="929" y="465"/>
                    <a:pt x="929" y="1025"/>
                  </a:cubicBezTo>
                  <a:lnTo>
                    <a:pt x="929" y="1406"/>
                  </a:lnTo>
                  <a:lnTo>
                    <a:pt x="929" y="1775"/>
                  </a:lnTo>
                  <a:cubicBezTo>
                    <a:pt x="929" y="2096"/>
                    <a:pt x="1084" y="2394"/>
                    <a:pt x="1334" y="2573"/>
                  </a:cubicBezTo>
                  <a:cubicBezTo>
                    <a:pt x="560" y="2846"/>
                    <a:pt x="1" y="3561"/>
                    <a:pt x="1" y="4382"/>
                  </a:cubicBezTo>
                  <a:lnTo>
                    <a:pt x="1" y="4954"/>
                  </a:lnTo>
                  <a:cubicBezTo>
                    <a:pt x="1" y="5049"/>
                    <a:pt x="72" y="5121"/>
                    <a:pt x="155" y="5121"/>
                  </a:cubicBezTo>
                  <a:lnTo>
                    <a:pt x="3763" y="5121"/>
                  </a:lnTo>
                  <a:cubicBezTo>
                    <a:pt x="3846" y="5121"/>
                    <a:pt x="3930" y="5049"/>
                    <a:pt x="3930" y="4954"/>
                  </a:cubicBezTo>
                  <a:lnTo>
                    <a:pt x="3930" y="4382"/>
                  </a:lnTo>
                  <a:cubicBezTo>
                    <a:pt x="3930" y="3561"/>
                    <a:pt x="3346" y="2846"/>
                    <a:pt x="2584" y="2573"/>
                  </a:cubicBezTo>
                  <a:cubicBezTo>
                    <a:pt x="2822" y="2382"/>
                    <a:pt x="2989" y="2096"/>
                    <a:pt x="2989" y="1775"/>
                  </a:cubicBezTo>
                  <a:lnTo>
                    <a:pt x="2989" y="1406"/>
                  </a:lnTo>
                  <a:lnTo>
                    <a:pt x="2989" y="1025"/>
                  </a:lnTo>
                  <a:cubicBezTo>
                    <a:pt x="2989" y="465"/>
                    <a:pt x="2525" y="1"/>
                    <a:pt x="19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52"/>
            <p:cNvSpPr/>
            <p:nvPr/>
          </p:nvSpPr>
          <p:spPr>
            <a:xfrm>
              <a:off x="4248428" y="1536124"/>
              <a:ext cx="253972" cy="152179"/>
            </a:xfrm>
            <a:custGeom>
              <a:rect b="b" l="l" r="r" t="t"/>
              <a:pathLst>
                <a:path extrusionOk="0" h="4781" w="7979">
                  <a:moveTo>
                    <a:pt x="3906" y="0"/>
                  </a:moveTo>
                  <a:cubicBezTo>
                    <a:pt x="3876" y="0"/>
                    <a:pt x="3847" y="6"/>
                    <a:pt x="3823" y="18"/>
                  </a:cubicBezTo>
                  <a:cubicBezTo>
                    <a:pt x="3811" y="30"/>
                    <a:pt x="1775" y="1244"/>
                    <a:pt x="239" y="1244"/>
                  </a:cubicBezTo>
                  <a:cubicBezTo>
                    <a:pt x="156" y="1244"/>
                    <a:pt x="84" y="1304"/>
                    <a:pt x="72" y="1375"/>
                  </a:cubicBezTo>
                  <a:cubicBezTo>
                    <a:pt x="72" y="1387"/>
                    <a:pt x="1" y="1875"/>
                    <a:pt x="1" y="2614"/>
                  </a:cubicBezTo>
                  <a:cubicBezTo>
                    <a:pt x="1" y="2697"/>
                    <a:pt x="72" y="2768"/>
                    <a:pt x="156" y="2768"/>
                  </a:cubicBezTo>
                  <a:cubicBezTo>
                    <a:pt x="251" y="2768"/>
                    <a:pt x="322" y="2697"/>
                    <a:pt x="322" y="2614"/>
                  </a:cubicBezTo>
                  <a:cubicBezTo>
                    <a:pt x="322" y="2137"/>
                    <a:pt x="358" y="1744"/>
                    <a:pt x="382" y="1566"/>
                  </a:cubicBezTo>
                  <a:cubicBezTo>
                    <a:pt x="1037" y="1542"/>
                    <a:pt x="1835" y="1328"/>
                    <a:pt x="2739" y="923"/>
                  </a:cubicBezTo>
                  <a:cubicBezTo>
                    <a:pt x="3299" y="685"/>
                    <a:pt x="3728" y="435"/>
                    <a:pt x="3906" y="351"/>
                  </a:cubicBezTo>
                  <a:cubicBezTo>
                    <a:pt x="4085" y="447"/>
                    <a:pt x="4525" y="685"/>
                    <a:pt x="5085" y="923"/>
                  </a:cubicBezTo>
                  <a:cubicBezTo>
                    <a:pt x="5990" y="1316"/>
                    <a:pt x="6788" y="1542"/>
                    <a:pt x="7442" y="1566"/>
                  </a:cubicBezTo>
                  <a:cubicBezTo>
                    <a:pt x="7478" y="1971"/>
                    <a:pt x="7585" y="3233"/>
                    <a:pt x="7288" y="4590"/>
                  </a:cubicBezTo>
                  <a:cubicBezTo>
                    <a:pt x="7276" y="4673"/>
                    <a:pt x="7323" y="4769"/>
                    <a:pt x="7407" y="4781"/>
                  </a:cubicBezTo>
                  <a:lnTo>
                    <a:pt x="7442" y="4781"/>
                  </a:lnTo>
                  <a:cubicBezTo>
                    <a:pt x="7514" y="4781"/>
                    <a:pt x="7585" y="4733"/>
                    <a:pt x="7597" y="4650"/>
                  </a:cubicBezTo>
                  <a:cubicBezTo>
                    <a:pt x="7978" y="2947"/>
                    <a:pt x="7752" y="1435"/>
                    <a:pt x="7740" y="1375"/>
                  </a:cubicBezTo>
                  <a:cubicBezTo>
                    <a:pt x="7728" y="1304"/>
                    <a:pt x="7669" y="1244"/>
                    <a:pt x="7573" y="1244"/>
                  </a:cubicBezTo>
                  <a:cubicBezTo>
                    <a:pt x="6037" y="1244"/>
                    <a:pt x="4001" y="30"/>
                    <a:pt x="3990" y="18"/>
                  </a:cubicBezTo>
                  <a:cubicBezTo>
                    <a:pt x="3966" y="6"/>
                    <a:pt x="3936" y="0"/>
                    <a:pt x="39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52"/>
            <p:cNvSpPr/>
            <p:nvPr/>
          </p:nvSpPr>
          <p:spPr>
            <a:xfrm>
              <a:off x="4248428" y="1633270"/>
              <a:ext cx="238407" cy="187288"/>
            </a:xfrm>
            <a:custGeom>
              <a:rect b="b" l="l" r="r" t="t"/>
              <a:pathLst>
                <a:path extrusionOk="0" h="5884" w="7490">
                  <a:moveTo>
                    <a:pt x="186" y="1"/>
                  </a:moveTo>
                  <a:cubicBezTo>
                    <a:pt x="180" y="1"/>
                    <a:pt x="174" y="1"/>
                    <a:pt x="168" y="2"/>
                  </a:cubicBezTo>
                  <a:cubicBezTo>
                    <a:pt x="72" y="2"/>
                    <a:pt x="1" y="97"/>
                    <a:pt x="13" y="181"/>
                  </a:cubicBezTo>
                  <a:cubicBezTo>
                    <a:pt x="84" y="1383"/>
                    <a:pt x="370" y="2455"/>
                    <a:pt x="846" y="3348"/>
                  </a:cubicBezTo>
                  <a:cubicBezTo>
                    <a:pt x="1501" y="4574"/>
                    <a:pt x="2513" y="5419"/>
                    <a:pt x="3859" y="5860"/>
                  </a:cubicBezTo>
                  <a:cubicBezTo>
                    <a:pt x="3870" y="5860"/>
                    <a:pt x="3882" y="5884"/>
                    <a:pt x="3894" y="5884"/>
                  </a:cubicBezTo>
                  <a:cubicBezTo>
                    <a:pt x="3918" y="5884"/>
                    <a:pt x="3930" y="5884"/>
                    <a:pt x="3942" y="5860"/>
                  </a:cubicBezTo>
                  <a:cubicBezTo>
                    <a:pt x="4811" y="5586"/>
                    <a:pt x="5549" y="5110"/>
                    <a:pt x="6133" y="4503"/>
                  </a:cubicBezTo>
                  <a:cubicBezTo>
                    <a:pt x="6716" y="3872"/>
                    <a:pt x="7157" y="3086"/>
                    <a:pt x="7442" y="2145"/>
                  </a:cubicBezTo>
                  <a:cubicBezTo>
                    <a:pt x="7490" y="2062"/>
                    <a:pt x="7442" y="1967"/>
                    <a:pt x="7347" y="1955"/>
                  </a:cubicBezTo>
                  <a:cubicBezTo>
                    <a:pt x="7330" y="1948"/>
                    <a:pt x="7313" y="1944"/>
                    <a:pt x="7296" y="1944"/>
                  </a:cubicBezTo>
                  <a:cubicBezTo>
                    <a:pt x="7228" y="1944"/>
                    <a:pt x="7164" y="1996"/>
                    <a:pt x="7145" y="2062"/>
                  </a:cubicBezTo>
                  <a:cubicBezTo>
                    <a:pt x="6871" y="2931"/>
                    <a:pt x="6454" y="3693"/>
                    <a:pt x="5906" y="4277"/>
                  </a:cubicBezTo>
                  <a:cubicBezTo>
                    <a:pt x="5371" y="4836"/>
                    <a:pt x="4704" y="5265"/>
                    <a:pt x="3894" y="5539"/>
                  </a:cubicBezTo>
                  <a:cubicBezTo>
                    <a:pt x="2668" y="5122"/>
                    <a:pt x="1727" y="4336"/>
                    <a:pt x="1132" y="3181"/>
                  </a:cubicBezTo>
                  <a:cubicBezTo>
                    <a:pt x="680" y="2336"/>
                    <a:pt x="418" y="1312"/>
                    <a:pt x="346" y="157"/>
                  </a:cubicBezTo>
                  <a:cubicBezTo>
                    <a:pt x="346" y="69"/>
                    <a:pt x="264" y="1"/>
                    <a:pt x="1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52"/>
            <p:cNvSpPr/>
            <p:nvPr/>
          </p:nvSpPr>
          <p:spPr>
            <a:xfrm>
              <a:off x="4212429" y="1502385"/>
              <a:ext cx="321037" cy="353822"/>
            </a:xfrm>
            <a:custGeom>
              <a:rect b="b" l="l" r="r" t="t"/>
              <a:pathLst>
                <a:path extrusionOk="0" h="11116" w="10086">
                  <a:moveTo>
                    <a:pt x="5061" y="316"/>
                  </a:moveTo>
                  <a:cubicBezTo>
                    <a:pt x="5263" y="435"/>
                    <a:pt x="5811" y="757"/>
                    <a:pt x="6549" y="1066"/>
                  </a:cubicBezTo>
                  <a:cubicBezTo>
                    <a:pt x="7692" y="1554"/>
                    <a:pt x="8692" y="1828"/>
                    <a:pt x="9526" y="1852"/>
                  </a:cubicBezTo>
                  <a:cubicBezTo>
                    <a:pt x="9550" y="2328"/>
                    <a:pt x="9693" y="3876"/>
                    <a:pt x="9335" y="5579"/>
                  </a:cubicBezTo>
                  <a:cubicBezTo>
                    <a:pt x="9073" y="6745"/>
                    <a:pt x="8645" y="7757"/>
                    <a:pt x="8049" y="8591"/>
                  </a:cubicBezTo>
                  <a:cubicBezTo>
                    <a:pt x="7311" y="9603"/>
                    <a:pt x="6299" y="10341"/>
                    <a:pt x="5049" y="10770"/>
                  </a:cubicBezTo>
                  <a:cubicBezTo>
                    <a:pt x="3799" y="10341"/>
                    <a:pt x="2775" y="9603"/>
                    <a:pt x="2037" y="8591"/>
                  </a:cubicBezTo>
                  <a:cubicBezTo>
                    <a:pt x="1430" y="7781"/>
                    <a:pt x="989" y="6745"/>
                    <a:pt x="751" y="5579"/>
                  </a:cubicBezTo>
                  <a:cubicBezTo>
                    <a:pt x="394" y="3876"/>
                    <a:pt x="537" y="2316"/>
                    <a:pt x="596" y="1852"/>
                  </a:cubicBezTo>
                  <a:cubicBezTo>
                    <a:pt x="1406" y="1828"/>
                    <a:pt x="2418" y="1554"/>
                    <a:pt x="3573" y="1066"/>
                  </a:cubicBezTo>
                  <a:cubicBezTo>
                    <a:pt x="4299" y="757"/>
                    <a:pt x="4847" y="435"/>
                    <a:pt x="5061" y="316"/>
                  </a:cubicBezTo>
                  <a:close/>
                  <a:moveTo>
                    <a:pt x="5037" y="1"/>
                  </a:moveTo>
                  <a:cubicBezTo>
                    <a:pt x="5007" y="1"/>
                    <a:pt x="4978" y="7"/>
                    <a:pt x="4954" y="18"/>
                  </a:cubicBezTo>
                  <a:cubicBezTo>
                    <a:pt x="4930" y="30"/>
                    <a:pt x="2370" y="1554"/>
                    <a:pt x="441" y="1554"/>
                  </a:cubicBezTo>
                  <a:cubicBezTo>
                    <a:pt x="370" y="1554"/>
                    <a:pt x="299" y="1614"/>
                    <a:pt x="287" y="1685"/>
                  </a:cubicBezTo>
                  <a:cubicBezTo>
                    <a:pt x="263" y="1769"/>
                    <a:pt x="1" y="3578"/>
                    <a:pt x="429" y="5650"/>
                  </a:cubicBezTo>
                  <a:cubicBezTo>
                    <a:pt x="680" y="6865"/>
                    <a:pt x="1132" y="7924"/>
                    <a:pt x="1775" y="8793"/>
                  </a:cubicBezTo>
                  <a:cubicBezTo>
                    <a:pt x="2561" y="9877"/>
                    <a:pt x="3644" y="10651"/>
                    <a:pt x="5001" y="11091"/>
                  </a:cubicBezTo>
                  <a:cubicBezTo>
                    <a:pt x="5013" y="11091"/>
                    <a:pt x="5025" y="11115"/>
                    <a:pt x="5049" y="11115"/>
                  </a:cubicBezTo>
                  <a:cubicBezTo>
                    <a:pt x="5061" y="11115"/>
                    <a:pt x="5073" y="11115"/>
                    <a:pt x="5085" y="11091"/>
                  </a:cubicBezTo>
                  <a:cubicBezTo>
                    <a:pt x="6430" y="10651"/>
                    <a:pt x="7514" y="9877"/>
                    <a:pt x="8323" y="8793"/>
                  </a:cubicBezTo>
                  <a:cubicBezTo>
                    <a:pt x="8954" y="7924"/>
                    <a:pt x="9407" y="6865"/>
                    <a:pt x="9657" y="5650"/>
                  </a:cubicBezTo>
                  <a:cubicBezTo>
                    <a:pt x="10085" y="3566"/>
                    <a:pt x="9812" y="1769"/>
                    <a:pt x="9788" y="1685"/>
                  </a:cubicBezTo>
                  <a:cubicBezTo>
                    <a:pt x="9776" y="1614"/>
                    <a:pt x="9716" y="1554"/>
                    <a:pt x="9633" y="1554"/>
                  </a:cubicBezTo>
                  <a:cubicBezTo>
                    <a:pt x="7692" y="1554"/>
                    <a:pt x="5132" y="42"/>
                    <a:pt x="5121" y="18"/>
                  </a:cubicBezTo>
                  <a:cubicBezTo>
                    <a:pt x="5097" y="7"/>
                    <a:pt x="5067" y="1"/>
                    <a:pt x="50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3" name="Google Shape;333;p52"/>
          <p:cNvSpPr/>
          <p:nvPr/>
        </p:nvSpPr>
        <p:spPr>
          <a:xfrm>
            <a:off x="5563850" y="1604323"/>
            <a:ext cx="439905" cy="373041"/>
          </a:xfrm>
          <a:custGeom>
            <a:rect b="b" l="l" r="r" t="t"/>
            <a:pathLst>
              <a:path extrusionOk="0" h="11300" w="11348">
                <a:moveTo>
                  <a:pt x="7752" y="846"/>
                </a:moveTo>
                <a:cubicBezTo>
                  <a:pt x="7978" y="846"/>
                  <a:pt x="8133" y="1025"/>
                  <a:pt x="8133" y="1239"/>
                </a:cubicBezTo>
                <a:lnTo>
                  <a:pt x="8133" y="4001"/>
                </a:lnTo>
                <a:lnTo>
                  <a:pt x="4252" y="4001"/>
                </a:lnTo>
                <a:cubicBezTo>
                  <a:pt x="3763" y="4001"/>
                  <a:pt x="3359" y="4406"/>
                  <a:pt x="3359" y="4894"/>
                </a:cubicBezTo>
                <a:lnTo>
                  <a:pt x="3359" y="4990"/>
                </a:lnTo>
                <a:lnTo>
                  <a:pt x="1168" y="4990"/>
                </a:lnTo>
                <a:lnTo>
                  <a:pt x="1168" y="5001"/>
                </a:lnTo>
                <a:cubicBezTo>
                  <a:pt x="942" y="5001"/>
                  <a:pt x="787" y="4823"/>
                  <a:pt x="787" y="4609"/>
                </a:cubicBezTo>
                <a:lnTo>
                  <a:pt x="787" y="1239"/>
                </a:lnTo>
                <a:cubicBezTo>
                  <a:pt x="787" y="1013"/>
                  <a:pt x="965" y="846"/>
                  <a:pt x="1168" y="846"/>
                </a:cubicBezTo>
                <a:close/>
                <a:moveTo>
                  <a:pt x="3370" y="6621"/>
                </a:moveTo>
                <a:lnTo>
                  <a:pt x="3370" y="6978"/>
                </a:lnTo>
                <a:lnTo>
                  <a:pt x="3180" y="6978"/>
                </a:lnTo>
                <a:lnTo>
                  <a:pt x="3370" y="6621"/>
                </a:lnTo>
                <a:close/>
                <a:moveTo>
                  <a:pt x="3382" y="7335"/>
                </a:moveTo>
                <a:lnTo>
                  <a:pt x="3382" y="7490"/>
                </a:lnTo>
                <a:lnTo>
                  <a:pt x="2644" y="7490"/>
                </a:lnTo>
                <a:cubicBezTo>
                  <a:pt x="2597" y="7490"/>
                  <a:pt x="2573" y="7454"/>
                  <a:pt x="2573" y="7407"/>
                </a:cubicBezTo>
                <a:cubicBezTo>
                  <a:pt x="2573" y="7383"/>
                  <a:pt x="2585" y="7371"/>
                  <a:pt x="2597" y="7347"/>
                </a:cubicBezTo>
                <a:cubicBezTo>
                  <a:pt x="2620" y="7335"/>
                  <a:pt x="2632" y="7335"/>
                  <a:pt x="2656" y="7335"/>
                </a:cubicBezTo>
                <a:close/>
                <a:moveTo>
                  <a:pt x="8966" y="8276"/>
                </a:moveTo>
                <a:cubicBezTo>
                  <a:pt x="9062" y="8276"/>
                  <a:pt x="9133" y="8347"/>
                  <a:pt x="9133" y="8442"/>
                </a:cubicBezTo>
                <a:lnTo>
                  <a:pt x="9133" y="8573"/>
                </a:lnTo>
                <a:cubicBezTo>
                  <a:pt x="9109" y="8573"/>
                  <a:pt x="9074" y="8561"/>
                  <a:pt x="9038" y="8561"/>
                </a:cubicBezTo>
                <a:lnTo>
                  <a:pt x="7454" y="8561"/>
                </a:lnTo>
                <a:cubicBezTo>
                  <a:pt x="7419" y="8561"/>
                  <a:pt x="7395" y="8561"/>
                  <a:pt x="7359" y="8573"/>
                </a:cubicBezTo>
                <a:lnTo>
                  <a:pt x="7359" y="8442"/>
                </a:lnTo>
                <a:cubicBezTo>
                  <a:pt x="7359" y="8347"/>
                  <a:pt x="7430" y="8276"/>
                  <a:pt x="7526" y="8276"/>
                </a:cubicBezTo>
                <a:close/>
                <a:moveTo>
                  <a:pt x="9883" y="4347"/>
                </a:moveTo>
                <a:cubicBezTo>
                  <a:pt x="10193" y="4347"/>
                  <a:pt x="10443" y="4597"/>
                  <a:pt x="10443" y="4906"/>
                </a:cubicBezTo>
                <a:lnTo>
                  <a:pt x="10443" y="9276"/>
                </a:lnTo>
                <a:lnTo>
                  <a:pt x="9478" y="9276"/>
                </a:lnTo>
                <a:lnTo>
                  <a:pt x="9478" y="9109"/>
                </a:lnTo>
                <a:lnTo>
                  <a:pt x="9764" y="9109"/>
                </a:lnTo>
                <a:cubicBezTo>
                  <a:pt x="10038" y="9109"/>
                  <a:pt x="10264" y="8883"/>
                  <a:pt x="10264" y="8597"/>
                </a:cubicBezTo>
                <a:lnTo>
                  <a:pt x="10264" y="5942"/>
                </a:lnTo>
                <a:cubicBezTo>
                  <a:pt x="10264" y="5847"/>
                  <a:pt x="10193" y="5775"/>
                  <a:pt x="10097" y="5775"/>
                </a:cubicBezTo>
                <a:cubicBezTo>
                  <a:pt x="10014" y="5775"/>
                  <a:pt x="9931" y="5847"/>
                  <a:pt x="9931" y="5942"/>
                </a:cubicBezTo>
                <a:lnTo>
                  <a:pt x="9931" y="8585"/>
                </a:lnTo>
                <a:cubicBezTo>
                  <a:pt x="9931" y="8680"/>
                  <a:pt x="9859" y="8752"/>
                  <a:pt x="9764" y="8752"/>
                </a:cubicBezTo>
                <a:lnTo>
                  <a:pt x="9478" y="8752"/>
                </a:lnTo>
                <a:lnTo>
                  <a:pt x="9478" y="8419"/>
                </a:lnTo>
                <a:cubicBezTo>
                  <a:pt x="9478" y="8157"/>
                  <a:pt x="9252" y="7918"/>
                  <a:pt x="8966" y="7918"/>
                </a:cubicBezTo>
                <a:lnTo>
                  <a:pt x="7526" y="7918"/>
                </a:lnTo>
                <a:cubicBezTo>
                  <a:pt x="7264" y="7918"/>
                  <a:pt x="7026" y="8145"/>
                  <a:pt x="7026" y="8419"/>
                </a:cubicBezTo>
                <a:lnTo>
                  <a:pt x="7026" y="8752"/>
                </a:lnTo>
                <a:lnTo>
                  <a:pt x="4382" y="8752"/>
                </a:lnTo>
                <a:cubicBezTo>
                  <a:pt x="4299" y="8752"/>
                  <a:pt x="4204" y="8680"/>
                  <a:pt x="4204" y="8585"/>
                </a:cubicBezTo>
                <a:lnTo>
                  <a:pt x="4204" y="5121"/>
                </a:lnTo>
                <a:cubicBezTo>
                  <a:pt x="4204" y="5025"/>
                  <a:pt x="4287" y="4942"/>
                  <a:pt x="4382" y="4942"/>
                </a:cubicBezTo>
                <a:lnTo>
                  <a:pt x="9740" y="4942"/>
                </a:lnTo>
                <a:cubicBezTo>
                  <a:pt x="9836" y="4942"/>
                  <a:pt x="9919" y="5013"/>
                  <a:pt x="9919" y="5121"/>
                </a:cubicBezTo>
                <a:lnTo>
                  <a:pt x="9919" y="5251"/>
                </a:lnTo>
                <a:cubicBezTo>
                  <a:pt x="9919" y="5347"/>
                  <a:pt x="10002" y="5418"/>
                  <a:pt x="10086" y="5418"/>
                </a:cubicBezTo>
                <a:cubicBezTo>
                  <a:pt x="10181" y="5418"/>
                  <a:pt x="10252" y="5347"/>
                  <a:pt x="10252" y="5251"/>
                </a:cubicBezTo>
                <a:lnTo>
                  <a:pt x="10252" y="5121"/>
                </a:lnTo>
                <a:cubicBezTo>
                  <a:pt x="10252" y="4835"/>
                  <a:pt x="10026" y="4609"/>
                  <a:pt x="9740" y="4609"/>
                </a:cubicBezTo>
                <a:lnTo>
                  <a:pt x="4382" y="4609"/>
                </a:lnTo>
                <a:cubicBezTo>
                  <a:pt x="4109" y="4609"/>
                  <a:pt x="3882" y="4835"/>
                  <a:pt x="3882" y="5121"/>
                </a:cubicBezTo>
                <a:lnTo>
                  <a:pt x="3882" y="8585"/>
                </a:lnTo>
                <a:cubicBezTo>
                  <a:pt x="3882" y="8871"/>
                  <a:pt x="4109" y="9097"/>
                  <a:pt x="4382" y="9097"/>
                </a:cubicBezTo>
                <a:lnTo>
                  <a:pt x="7026" y="9097"/>
                </a:lnTo>
                <a:lnTo>
                  <a:pt x="7026" y="9252"/>
                </a:lnTo>
                <a:lnTo>
                  <a:pt x="3716" y="9252"/>
                </a:lnTo>
                <a:lnTo>
                  <a:pt x="3716" y="4906"/>
                </a:lnTo>
                <a:cubicBezTo>
                  <a:pt x="3716" y="4597"/>
                  <a:pt x="3966" y="4347"/>
                  <a:pt x="4287" y="4347"/>
                </a:cubicBezTo>
                <a:close/>
                <a:moveTo>
                  <a:pt x="7038" y="9597"/>
                </a:moveTo>
                <a:lnTo>
                  <a:pt x="7038" y="10002"/>
                </a:lnTo>
                <a:lnTo>
                  <a:pt x="3549" y="10002"/>
                </a:lnTo>
                <a:cubicBezTo>
                  <a:pt x="3539" y="10003"/>
                  <a:pt x="3529" y="10004"/>
                  <a:pt x="3520" y="10004"/>
                </a:cubicBezTo>
                <a:cubicBezTo>
                  <a:pt x="3434" y="10004"/>
                  <a:pt x="3351" y="9959"/>
                  <a:pt x="3287" y="9895"/>
                </a:cubicBezTo>
                <a:cubicBezTo>
                  <a:pt x="3216" y="9823"/>
                  <a:pt x="3168" y="9716"/>
                  <a:pt x="3168" y="9609"/>
                </a:cubicBezTo>
                <a:cubicBezTo>
                  <a:pt x="3168" y="9597"/>
                  <a:pt x="3168" y="9597"/>
                  <a:pt x="3180" y="9597"/>
                </a:cubicBezTo>
                <a:close/>
                <a:moveTo>
                  <a:pt x="10990" y="9609"/>
                </a:moveTo>
                <a:lnTo>
                  <a:pt x="10990" y="9633"/>
                </a:lnTo>
                <a:cubicBezTo>
                  <a:pt x="10979" y="9835"/>
                  <a:pt x="10812" y="10014"/>
                  <a:pt x="10598" y="10014"/>
                </a:cubicBezTo>
                <a:lnTo>
                  <a:pt x="9478" y="10014"/>
                </a:lnTo>
                <a:lnTo>
                  <a:pt x="9478" y="9609"/>
                </a:lnTo>
                <a:close/>
                <a:moveTo>
                  <a:pt x="9050" y="8883"/>
                </a:moveTo>
                <a:cubicBezTo>
                  <a:pt x="9085" y="8883"/>
                  <a:pt x="9133" y="8931"/>
                  <a:pt x="9133" y="8978"/>
                </a:cubicBezTo>
                <a:lnTo>
                  <a:pt x="9133" y="10240"/>
                </a:lnTo>
                <a:cubicBezTo>
                  <a:pt x="9133" y="10288"/>
                  <a:pt x="9085" y="10324"/>
                  <a:pt x="9050" y="10324"/>
                </a:cubicBezTo>
                <a:lnTo>
                  <a:pt x="7454" y="10324"/>
                </a:lnTo>
                <a:cubicBezTo>
                  <a:pt x="7407" y="10324"/>
                  <a:pt x="7359" y="10288"/>
                  <a:pt x="7359" y="10240"/>
                </a:cubicBezTo>
                <a:lnTo>
                  <a:pt x="7359" y="10181"/>
                </a:lnTo>
                <a:lnTo>
                  <a:pt x="7359" y="8978"/>
                </a:lnTo>
                <a:cubicBezTo>
                  <a:pt x="7359" y="8931"/>
                  <a:pt x="7407" y="8883"/>
                  <a:pt x="7454" y="8883"/>
                </a:cubicBezTo>
                <a:close/>
                <a:moveTo>
                  <a:pt x="9133" y="10645"/>
                </a:moveTo>
                <a:lnTo>
                  <a:pt x="9133" y="10776"/>
                </a:lnTo>
                <a:cubicBezTo>
                  <a:pt x="9133" y="10859"/>
                  <a:pt x="9062" y="10943"/>
                  <a:pt x="8966" y="10943"/>
                </a:cubicBezTo>
                <a:lnTo>
                  <a:pt x="7526" y="10943"/>
                </a:lnTo>
                <a:cubicBezTo>
                  <a:pt x="7442" y="10943"/>
                  <a:pt x="7359" y="10859"/>
                  <a:pt x="7359" y="10776"/>
                </a:cubicBezTo>
                <a:lnTo>
                  <a:pt x="7359" y="10645"/>
                </a:lnTo>
                <a:cubicBezTo>
                  <a:pt x="7395" y="10645"/>
                  <a:pt x="7419" y="10657"/>
                  <a:pt x="7454" y="10657"/>
                </a:cubicBezTo>
                <a:lnTo>
                  <a:pt x="9050" y="10657"/>
                </a:lnTo>
                <a:cubicBezTo>
                  <a:pt x="9074" y="10657"/>
                  <a:pt x="9109" y="10657"/>
                  <a:pt x="9133" y="10645"/>
                </a:cubicBezTo>
                <a:close/>
                <a:moveTo>
                  <a:pt x="858" y="1"/>
                </a:moveTo>
                <a:cubicBezTo>
                  <a:pt x="382" y="1"/>
                  <a:pt x="1" y="382"/>
                  <a:pt x="1" y="858"/>
                </a:cubicBezTo>
                <a:lnTo>
                  <a:pt x="1" y="5561"/>
                </a:lnTo>
                <a:cubicBezTo>
                  <a:pt x="1" y="6037"/>
                  <a:pt x="382" y="6430"/>
                  <a:pt x="858" y="6430"/>
                </a:cubicBezTo>
                <a:lnTo>
                  <a:pt x="1334" y="6430"/>
                </a:lnTo>
                <a:cubicBezTo>
                  <a:pt x="1430" y="6430"/>
                  <a:pt x="1501" y="6359"/>
                  <a:pt x="1501" y="6264"/>
                </a:cubicBezTo>
                <a:cubicBezTo>
                  <a:pt x="1501" y="6180"/>
                  <a:pt x="1430" y="6097"/>
                  <a:pt x="1334" y="6097"/>
                </a:cubicBezTo>
                <a:lnTo>
                  <a:pt x="858" y="6097"/>
                </a:lnTo>
                <a:cubicBezTo>
                  <a:pt x="572" y="6097"/>
                  <a:pt x="334" y="5859"/>
                  <a:pt x="334" y="5585"/>
                </a:cubicBezTo>
                <a:lnTo>
                  <a:pt x="334" y="882"/>
                </a:lnTo>
                <a:cubicBezTo>
                  <a:pt x="334" y="596"/>
                  <a:pt x="572" y="358"/>
                  <a:pt x="858" y="358"/>
                </a:cubicBezTo>
                <a:lnTo>
                  <a:pt x="8062" y="358"/>
                </a:lnTo>
                <a:cubicBezTo>
                  <a:pt x="8347" y="358"/>
                  <a:pt x="8585" y="596"/>
                  <a:pt x="8585" y="882"/>
                </a:cubicBezTo>
                <a:lnTo>
                  <a:pt x="8585" y="4001"/>
                </a:lnTo>
                <a:lnTo>
                  <a:pt x="8478" y="4001"/>
                </a:lnTo>
                <a:lnTo>
                  <a:pt x="8478" y="1215"/>
                </a:lnTo>
                <a:cubicBezTo>
                  <a:pt x="8478" y="822"/>
                  <a:pt x="8157" y="489"/>
                  <a:pt x="7752" y="489"/>
                </a:cubicBezTo>
                <a:lnTo>
                  <a:pt x="1168" y="489"/>
                </a:lnTo>
                <a:cubicBezTo>
                  <a:pt x="775" y="489"/>
                  <a:pt x="442" y="822"/>
                  <a:pt x="442" y="1215"/>
                </a:cubicBezTo>
                <a:lnTo>
                  <a:pt x="442" y="4597"/>
                </a:lnTo>
                <a:cubicBezTo>
                  <a:pt x="442" y="5001"/>
                  <a:pt x="775" y="5323"/>
                  <a:pt x="1168" y="5323"/>
                </a:cubicBezTo>
                <a:lnTo>
                  <a:pt x="3370" y="5323"/>
                </a:lnTo>
                <a:lnTo>
                  <a:pt x="3370" y="6085"/>
                </a:lnTo>
                <a:lnTo>
                  <a:pt x="2001" y="6085"/>
                </a:lnTo>
                <a:cubicBezTo>
                  <a:pt x="1918" y="6085"/>
                  <a:pt x="1846" y="6156"/>
                  <a:pt x="1846" y="6252"/>
                </a:cubicBezTo>
                <a:cubicBezTo>
                  <a:pt x="1846" y="6335"/>
                  <a:pt x="1918" y="6418"/>
                  <a:pt x="2001" y="6418"/>
                </a:cubicBezTo>
                <a:lnTo>
                  <a:pt x="3109" y="6418"/>
                </a:lnTo>
                <a:lnTo>
                  <a:pt x="2811" y="6978"/>
                </a:lnTo>
                <a:lnTo>
                  <a:pt x="2656" y="6978"/>
                </a:lnTo>
                <a:cubicBezTo>
                  <a:pt x="2561" y="6978"/>
                  <a:pt x="2454" y="7026"/>
                  <a:pt x="2358" y="7097"/>
                </a:cubicBezTo>
                <a:cubicBezTo>
                  <a:pt x="2287" y="7168"/>
                  <a:pt x="2239" y="7276"/>
                  <a:pt x="2239" y="7395"/>
                </a:cubicBezTo>
                <a:cubicBezTo>
                  <a:pt x="2239" y="7621"/>
                  <a:pt x="2418" y="7811"/>
                  <a:pt x="2656" y="7811"/>
                </a:cubicBezTo>
                <a:lnTo>
                  <a:pt x="3394" y="7811"/>
                </a:lnTo>
                <a:lnTo>
                  <a:pt x="3394" y="9276"/>
                </a:lnTo>
                <a:lnTo>
                  <a:pt x="3192" y="9276"/>
                </a:lnTo>
                <a:cubicBezTo>
                  <a:pt x="3001" y="9276"/>
                  <a:pt x="2835" y="9431"/>
                  <a:pt x="2835" y="9633"/>
                </a:cubicBezTo>
                <a:cubicBezTo>
                  <a:pt x="2835" y="9823"/>
                  <a:pt x="2918" y="10002"/>
                  <a:pt x="3049" y="10145"/>
                </a:cubicBezTo>
                <a:cubicBezTo>
                  <a:pt x="3180" y="10288"/>
                  <a:pt x="3370" y="10359"/>
                  <a:pt x="3573" y="10359"/>
                </a:cubicBezTo>
                <a:lnTo>
                  <a:pt x="7049" y="10359"/>
                </a:lnTo>
                <a:lnTo>
                  <a:pt x="7049" y="10788"/>
                </a:lnTo>
                <a:cubicBezTo>
                  <a:pt x="7049" y="11062"/>
                  <a:pt x="7276" y="11300"/>
                  <a:pt x="7550" y="11300"/>
                </a:cubicBezTo>
                <a:lnTo>
                  <a:pt x="9002" y="11300"/>
                </a:lnTo>
                <a:cubicBezTo>
                  <a:pt x="9264" y="11300"/>
                  <a:pt x="9502" y="11074"/>
                  <a:pt x="9502" y="10788"/>
                </a:cubicBezTo>
                <a:lnTo>
                  <a:pt x="9502" y="10359"/>
                </a:lnTo>
                <a:lnTo>
                  <a:pt x="10621" y="10359"/>
                </a:lnTo>
                <a:cubicBezTo>
                  <a:pt x="11026" y="10359"/>
                  <a:pt x="11348" y="10026"/>
                  <a:pt x="11348" y="9633"/>
                </a:cubicBezTo>
                <a:cubicBezTo>
                  <a:pt x="11324" y="9526"/>
                  <a:pt x="11276" y="9431"/>
                  <a:pt x="11217" y="9371"/>
                </a:cubicBezTo>
                <a:cubicBezTo>
                  <a:pt x="11157" y="9312"/>
                  <a:pt x="11074" y="9276"/>
                  <a:pt x="10967" y="9276"/>
                </a:cubicBezTo>
                <a:lnTo>
                  <a:pt x="10776" y="9276"/>
                </a:lnTo>
                <a:lnTo>
                  <a:pt x="10776" y="4906"/>
                </a:lnTo>
                <a:cubicBezTo>
                  <a:pt x="10776" y="4418"/>
                  <a:pt x="10371" y="4013"/>
                  <a:pt x="9883" y="4013"/>
                </a:cubicBezTo>
                <a:lnTo>
                  <a:pt x="8931" y="4013"/>
                </a:lnTo>
                <a:lnTo>
                  <a:pt x="8931" y="858"/>
                </a:lnTo>
                <a:cubicBezTo>
                  <a:pt x="8931" y="382"/>
                  <a:pt x="8538" y="1"/>
                  <a:pt x="806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334" name="Google Shape;334;p52"/>
          <p:cNvGrpSpPr/>
          <p:nvPr/>
        </p:nvGrpSpPr>
        <p:grpSpPr>
          <a:xfrm>
            <a:off x="7917052" y="1524983"/>
            <a:ext cx="325602" cy="373043"/>
            <a:chOff x="3282802" y="2243348"/>
            <a:chExt cx="181778" cy="242283"/>
          </a:xfrm>
        </p:grpSpPr>
        <p:sp>
          <p:nvSpPr>
            <p:cNvPr id="335" name="Google Shape;335;p52"/>
            <p:cNvSpPr/>
            <p:nvPr/>
          </p:nvSpPr>
          <p:spPr>
            <a:xfrm>
              <a:off x="3282802" y="2243348"/>
              <a:ext cx="181778" cy="242283"/>
            </a:xfrm>
            <a:custGeom>
              <a:rect b="b" l="l" r="r" t="t"/>
              <a:pathLst>
                <a:path extrusionOk="0" h="6391" w="4795">
                  <a:moveTo>
                    <a:pt x="2417" y="240"/>
                  </a:moveTo>
                  <a:cubicBezTo>
                    <a:pt x="2920" y="240"/>
                    <a:pt x="3407" y="427"/>
                    <a:pt x="3781" y="765"/>
                  </a:cubicBezTo>
                  <a:cubicBezTo>
                    <a:pt x="4536" y="1441"/>
                    <a:pt x="4687" y="2565"/>
                    <a:pt x="4137" y="3416"/>
                  </a:cubicBezTo>
                  <a:cubicBezTo>
                    <a:pt x="3927" y="3739"/>
                    <a:pt x="3633" y="3997"/>
                    <a:pt x="3284" y="4162"/>
                  </a:cubicBezTo>
                  <a:cubicBezTo>
                    <a:pt x="3066" y="4267"/>
                    <a:pt x="2927" y="4487"/>
                    <a:pt x="2929" y="4730"/>
                  </a:cubicBezTo>
                  <a:lnTo>
                    <a:pt x="2929" y="4870"/>
                  </a:lnTo>
                  <a:lnTo>
                    <a:pt x="1888" y="4870"/>
                  </a:lnTo>
                  <a:lnTo>
                    <a:pt x="1888" y="4730"/>
                  </a:lnTo>
                  <a:cubicBezTo>
                    <a:pt x="1888" y="4486"/>
                    <a:pt x="1748" y="4265"/>
                    <a:pt x="1529" y="4160"/>
                  </a:cubicBezTo>
                  <a:cubicBezTo>
                    <a:pt x="722" y="3778"/>
                    <a:pt x="254" y="2919"/>
                    <a:pt x="367" y="2033"/>
                  </a:cubicBezTo>
                  <a:cubicBezTo>
                    <a:pt x="483" y="1106"/>
                    <a:pt x="1242" y="357"/>
                    <a:pt x="2173" y="254"/>
                  </a:cubicBezTo>
                  <a:cubicBezTo>
                    <a:pt x="2253" y="244"/>
                    <a:pt x="2331" y="240"/>
                    <a:pt x="2412" y="240"/>
                  </a:cubicBezTo>
                  <a:cubicBezTo>
                    <a:pt x="2414" y="240"/>
                    <a:pt x="2415" y="240"/>
                    <a:pt x="2417" y="240"/>
                  </a:cubicBezTo>
                  <a:close/>
                  <a:moveTo>
                    <a:pt x="2929" y="5109"/>
                  </a:moveTo>
                  <a:lnTo>
                    <a:pt x="2929" y="5501"/>
                  </a:lnTo>
                  <a:lnTo>
                    <a:pt x="2929" y="5502"/>
                  </a:lnTo>
                  <a:cubicBezTo>
                    <a:pt x="2929" y="5576"/>
                    <a:pt x="2868" y="5638"/>
                    <a:pt x="2793" y="5638"/>
                  </a:cubicBezTo>
                  <a:lnTo>
                    <a:pt x="2024" y="5638"/>
                  </a:lnTo>
                  <a:cubicBezTo>
                    <a:pt x="1949" y="5638"/>
                    <a:pt x="1888" y="5576"/>
                    <a:pt x="1888" y="5502"/>
                  </a:cubicBezTo>
                  <a:lnTo>
                    <a:pt x="1888" y="5109"/>
                  </a:lnTo>
                  <a:close/>
                  <a:moveTo>
                    <a:pt x="2673" y="5878"/>
                  </a:moveTo>
                  <a:lnTo>
                    <a:pt x="2673" y="6014"/>
                  </a:lnTo>
                  <a:cubicBezTo>
                    <a:pt x="2673" y="6089"/>
                    <a:pt x="2611" y="6150"/>
                    <a:pt x="2537" y="6151"/>
                  </a:cubicBezTo>
                  <a:lnTo>
                    <a:pt x="2280" y="6151"/>
                  </a:lnTo>
                  <a:cubicBezTo>
                    <a:pt x="2204" y="6150"/>
                    <a:pt x="2144" y="6089"/>
                    <a:pt x="2144" y="6014"/>
                  </a:cubicBezTo>
                  <a:lnTo>
                    <a:pt x="2144" y="5878"/>
                  </a:lnTo>
                  <a:close/>
                  <a:moveTo>
                    <a:pt x="2413" y="1"/>
                  </a:moveTo>
                  <a:cubicBezTo>
                    <a:pt x="2325" y="1"/>
                    <a:pt x="2236" y="5"/>
                    <a:pt x="2147" y="15"/>
                  </a:cubicBezTo>
                  <a:cubicBezTo>
                    <a:pt x="1106" y="130"/>
                    <a:pt x="258" y="966"/>
                    <a:pt x="127" y="2004"/>
                  </a:cubicBezTo>
                  <a:cubicBezTo>
                    <a:pt x="1" y="2993"/>
                    <a:pt x="526" y="3950"/>
                    <a:pt x="1425" y="4377"/>
                  </a:cubicBezTo>
                  <a:cubicBezTo>
                    <a:pt x="1561" y="4442"/>
                    <a:pt x="1647" y="4579"/>
                    <a:pt x="1647" y="4730"/>
                  </a:cubicBezTo>
                  <a:lnTo>
                    <a:pt x="1647" y="5501"/>
                  </a:lnTo>
                  <a:cubicBezTo>
                    <a:pt x="1647" y="5663"/>
                    <a:pt x="1749" y="5807"/>
                    <a:pt x="1903" y="5858"/>
                  </a:cubicBezTo>
                  <a:lnTo>
                    <a:pt x="1903" y="6014"/>
                  </a:lnTo>
                  <a:cubicBezTo>
                    <a:pt x="1903" y="6221"/>
                    <a:pt x="2071" y="6389"/>
                    <a:pt x="2280" y="6391"/>
                  </a:cubicBezTo>
                  <a:lnTo>
                    <a:pt x="2537" y="6391"/>
                  </a:lnTo>
                  <a:cubicBezTo>
                    <a:pt x="2744" y="6389"/>
                    <a:pt x="2913" y="6221"/>
                    <a:pt x="2913" y="6014"/>
                  </a:cubicBezTo>
                  <a:lnTo>
                    <a:pt x="2913" y="5858"/>
                  </a:lnTo>
                  <a:cubicBezTo>
                    <a:pt x="3066" y="5807"/>
                    <a:pt x="3168" y="5663"/>
                    <a:pt x="3168" y="5501"/>
                  </a:cubicBezTo>
                  <a:lnTo>
                    <a:pt x="3168" y="4728"/>
                  </a:lnTo>
                  <a:cubicBezTo>
                    <a:pt x="3168" y="4580"/>
                    <a:pt x="3252" y="4443"/>
                    <a:pt x="3386" y="4378"/>
                  </a:cubicBezTo>
                  <a:cubicBezTo>
                    <a:pt x="4084" y="4050"/>
                    <a:pt x="4571" y="3394"/>
                    <a:pt x="4683" y="2631"/>
                  </a:cubicBezTo>
                  <a:cubicBezTo>
                    <a:pt x="4794" y="1868"/>
                    <a:pt x="4516" y="1100"/>
                    <a:pt x="3941" y="586"/>
                  </a:cubicBezTo>
                  <a:cubicBezTo>
                    <a:pt x="3515" y="204"/>
                    <a:pt x="2980" y="1"/>
                    <a:pt x="24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52"/>
            <p:cNvSpPr/>
            <p:nvPr/>
          </p:nvSpPr>
          <p:spPr>
            <a:xfrm flipH="1" rot="10800000">
              <a:off x="3359035" y="2354024"/>
              <a:ext cx="29550" cy="20925"/>
            </a:xfrm>
            <a:custGeom>
              <a:rect b="b" l="l" r="r" t="t"/>
              <a:pathLst>
                <a:path extrusionOk="0" h="434" w="613">
                  <a:moveTo>
                    <a:pt x="474" y="0"/>
                  </a:moveTo>
                  <a:cubicBezTo>
                    <a:pt x="454" y="0"/>
                    <a:pt x="433" y="5"/>
                    <a:pt x="414" y="17"/>
                  </a:cubicBezTo>
                  <a:lnTo>
                    <a:pt x="82" y="209"/>
                  </a:lnTo>
                  <a:cubicBezTo>
                    <a:pt x="21" y="240"/>
                    <a:pt x="1" y="315"/>
                    <a:pt x="35" y="375"/>
                  </a:cubicBezTo>
                  <a:cubicBezTo>
                    <a:pt x="57" y="413"/>
                    <a:pt x="97" y="434"/>
                    <a:pt x="138" y="434"/>
                  </a:cubicBezTo>
                  <a:cubicBezTo>
                    <a:pt x="160" y="434"/>
                    <a:pt x="182" y="428"/>
                    <a:pt x="201" y="416"/>
                  </a:cubicBezTo>
                  <a:lnTo>
                    <a:pt x="534" y="224"/>
                  </a:lnTo>
                  <a:cubicBezTo>
                    <a:pt x="592" y="192"/>
                    <a:pt x="612" y="118"/>
                    <a:pt x="578" y="60"/>
                  </a:cubicBezTo>
                  <a:cubicBezTo>
                    <a:pt x="556" y="22"/>
                    <a:pt x="516" y="0"/>
                    <a:pt x="4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7" name="Google Shape;337;p52"/>
          <p:cNvGrpSpPr/>
          <p:nvPr/>
        </p:nvGrpSpPr>
        <p:grpSpPr>
          <a:xfrm>
            <a:off x="1294081" y="3330428"/>
            <a:ext cx="381003" cy="390610"/>
            <a:chOff x="3195450" y="2993878"/>
            <a:chExt cx="349000" cy="285450"/>
          </a:xfrm>
        </p:grpSpPr>
        <p:sp>
          <p:nvSpPr>
            <p:cNvPr id="338" name="Google Shape;338;p52"/>
            <p:cNvSpPr/>
            <p:nvPr/>
          </p:nvSpPr>
          <p:spPr>
            <a:xfrm>
              <a:off x="3392175" y="3132825"/>
              <a:ext cx="11900" cy="7550"/>
            </a:xfrm>
            <a:custGeom>
              <a:rect b="b" l="l" r="r" t="t"/>
              <a:pathLst>
                <a:path extrusionOk="0" h="302" w="476">
                  <a:moveTo>
                    <a:pt x="258" y="1"/>
                  </a:moveTo>
                  <a:cubicBezTo>
                    <a:pt x="1" y="1"/>
                    <a:pt x="256" y="302"/>
                    <a:pt x="397" y="302"/>
                  </a:cubicBezTo>
                  <a:cubicBezTo>
                    <a:pt x="442" y="302"/>
                    <a:pt x="476" y="270"/>
                    <a:pt x="476" y="187"/>
                  </a:cubicBezTo>
                  <a:cubicBezTo>
                    <a:pt x="476" y="94"/>
                    <a:pt x="383" y="1"/>
                    <a:pt x="2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52"/>
            <p:cNvSpPr/>
            <p:nvPr/>
          </p:nvSpPr>
          <p:spPr>
            <a:xfrm>
              <a:off x="3392025" y="3179350"/>
              <a:ext cx="12050" cy="7900"/>
            </a:xfrm>
            <a:custGeom>
              <a:rect b="b" l="l" r="r" t="t"/>
              <a:pathLst>
                <a:path extrusionOk="0" h="316" w="482">
                  <a:moveTo>
                    <a:pt x="264" y="1"/>
                  </a:moveTo>
                  <a:cubicBezTo>
                    <a:pt x="1" y="1"/>
                    <a:pt x="274" y="316"/>
                    <a:pt x="412" y="316"/>
                  </a:cubicBezTo>
                  <a:cubicBezTo>
                    <a:pt x="453" y="316"/>
                    <a:pt x="482" y="289"/>
                    <a:pt x="482" y="218"/>
                  </a:cubicBezTo>
                  <a:cubicBezTo>
                    <a:pt x="482" y="94"/>
                    <a:pt x="389" y="1"/>
                    <a:pt x="2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52"/>
            <p:cNvSpPr/>
            <p:nvPr/>
          </p:nvSpPr>
          <p:spPr>
            <a:xfrm>
              <a:off x="3392175" y="3226675"/>
              <a:ext cx="11900" cy="7550"/>
            </a:xfrm>
            <a:custGeom>
              <a:rect b="b" l="l" r="r" t="t"/>
              <a:pathLst>
                <a:path extrusionOk="0" h="302" w="476">
                  <a:moveTo>
                    <a:pt x="258" y="0"/>
                  </a:moveTo>
                  <a:cubicBezTo>
                    <a:pt x="1" y="0"/>
                    <a:pt x="239" y="301"/>
                    <a:pt x="384" y="301"/>
                  </a:cubicBezTo>
                  <a:cubicBezTo>
                    <a:pt x="431" y="301"/>
                    <a:pt x="468" y="270"/>
                    <a:pt x="476" y="186"/>
                  </a:cubicBezTo>
                  <a:cubicBezTo>
                    <a:pt x="476" y="93"/>
                    <a:pt x="383" y="0"/>
                    <a:pt x="2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52"/>
            <p:cNvSpPr/>
            <p:nvPr/>
          </p:nvSpPr>
          <p:spPr>
            <a:xfrm>
              <a:off x="3195450" y="2993878"/>
              <a:ext cx="349000" cy="285450"/>
            </a:xfrm>
            <a:custGeom>
              <a:rect b="b" l="l" r="r" t="t"/>
              <a:pathLst>
                <a:path extrusionOk="0" h="11418" w="13960">
                  <a:moveTo>
                    <a:pt x="4343" y="1707"/>
                  </a:moveTo>
                  <a:cubicBezTo>
                    <a:pt x="5553" y="1707"/>
                    <a:pt x="6359" y="2917"/>
                    <a:pt x="5925" y="4033"/>
                  </a:cubicBezTo>
                  <a:cubicBezTo>
                    <a:pt x="5863" y="3630"/>
                    <a:pt x="5770" y="3227"/>
                    <a:pt x="5615" y="2824"/>
                  </a:cubicBezTo>
                  <a:cubicBezTo>
                    <a:pt x="5584" y="2699"/>
                    <a:pt x="5491" y="2606"/>
                    <a:pt x="5367" y="2544"/>
                  </a:cubicBezTo>
                  <a:cubicBezTo>
                    <a:pt x="5323" y="2522"/>
                    <a:pt x="5271" y="2512"/>
                    <a:pt x="5217" y="2512"/>
                  </a:cubicBezTo>
                  <a:cubicBezTo>
                    <a:pt x="5119" y="2512"/>
                    <a:pt x="5013" y="2546"/>
                    <a:pt x="4932" y="2606"/>
                  </a:cubicBezTo>
                  <a:cubicBezTo>
                    <a:pt x="4839" y="2668"/>
                    <a:pt x="4715" y="2730"/>
                    <a:pt x="4622" y="2824"/>
                  </a:cubicBezTo>
                  <a:cubicBezTo>
                    <a:pt x="4560" y="2886"/>
                    <a:pt x="4467" y="2917"/>
                    <a:pt x="4343" y="2948"/>
                  </a:cubicBezTo>
                  <a:cubicBezTo>
                    <a:pt x="4250" y="2948"/>
                    <a:pt x="4157" y="2886"/>
                    <a:pt x="4064" y="2824"/>
                  </a:cubicBezTo>
                  <a:cubicBezTo>
                    <a:pt x="3964" y="2723"/>
                    <a:pt x="3722" y="2502"/>
                    <a:pt x="3486" y="2502"/>
                  </a:cubicBezTo>
                  <a:cubicBezTo>
                    <a:pt x="3429" y="2502"/>
                    <a:pt x="3373" y="2514"/>
                    <a:pt x="3319" y="2544"/>
                  </a:cubicBezTo>
                  <a:cubicBezTo>
                    <a:pt x="3195" y="2606"/>
                    <a:pt x="3133" y="2699"/>
                    <a:pt x="3071" y="2824"/>
                  </a:cubicBezTo>
                  <a:cubicBezTo>
                    <a:pt x="2916" y="3196"/>
                    <a:pt x="2823" y="3599"/>
                    <a:pt x="2761" y="4033"/>
                  </a:cubicBezTo>
                  <a:cubicBezTo>
                    <a:pt x="2668" y="3816"/>
                    <a:pt x="2637" y="3599"/>
                    <a:pt x="2637" y="3413"/>
                  </a:cubicBezTo>
                  <a:cubicBezTo>
                    <a:pt x="2637" y="2451"/>
                    <a:pt x="3413" y="1707"/>
                    <a:pt x="4343" y="1707"/>
                  </a:cubicBezTo>
                  <a:close/>
                  <a:moveTo>
                    <a:pt x="5181" y="2948"/>
                  </a:moveTo>
                  <a:cubicBezTo>
                    <a:pt x="5212" y="2979"/>
                    <a:pt x="5212" y="2979"/>
                    <a:pt x="5212" y="3010"/>
                  </a:cubicBezTo>
                  <a:cubicBezTo>
                    <a:pt x="5398" y="3444"/>
                    <a:pt x="5491" y="3909"/>
                    <a:pt x="5553" y="4374"/>
                  </a:cubicBezTo>
                  <a:cubicBezTo>
                    <a:pt x="5615" y="4995"/>
                    <a:pt x="5367" y="5584"/>
                    <a:pt x="4839" y="5925"/>
                  </a:cubicBezTo>
                  <a:cubicBezTo>
                    <a:pt x="4684" y="6019"/>
                    <a:pt x="4506" y="6065"/>
                    <a:pt x="4328" y="6065"/>
                  </a:cubicBezTo>
                  <a:cubicBezTo>
                    <a:pt x="4149" y="6065"/>
                    <a:pt x="3971" y="6019"/>
                    <a:pt x="3816" y="5925"/>
                  </a:cubicBezTo>
                  <a:cubicBezTo>
                    <a:pt x="3319" y="5584"/>
                    <a:pt x="3040" y="4995"/>
                    <a:pt x="3133" y="4374"/>
                  </a:cubicBezTo>
                  <a:cubicBezTo>
                    <a:pt x="3164" y="3909"/>
                    <a:pt x="3257" y="3444"/>
                    <a:pt x="3444" y="3010"/>
                  </a:cubicBezTo>
                  <a:cubicBezTo>
                    <a:pt x="3444" y="2979"/>
                    <a:pt x="3475" y="2948"/>
                    <a:pt x="3475" y="2948"/>
                  </a:cubicBezTo>
                  <a:cubicBezTo>
                    <a:pt x="3599" y="3010"/>
                    <a:pt x="3692" y="3072"/>
                    <a:pt x="3785" y="3165"/>
                  </a:cubicBezTo>
                  <a:cubicBezTo>
                    <a:pt x="3940" y="3289"/>
                    <a:pt x="4126" y="3351"/>
                    <a:pt x="4343" y="3351"/>
                  </a:cubicBezTo>
                  <a:cubicBezTo>
                    <a:pt x="4529" y="3351"/>
                    <a:pt x="4715" y="3289"/>
                    <a:pt x="4870" y="3165"/>
                  </a:cubicBezTo>
                  <a:cubicBezTo>
                    <a:pt x="4963" y="3072"/>
                    <a:pt x="5057" y="3010"/>
                    <a:pt x="5181" y="2948"/>
                  </a:cubicBezTo>
                  <a:close/>
                  <a:moveTo>
                    <a:pt x="4746" y="6391"/>
                  </a:moveTo>
                  <a:cubicBezTo>
                    <a:pt x="4746" y="6546"/>
                    <a:pt x="4839" y="6701"/>
                    <a:pt x="4963" y="6763"/>
                  </a:cubicBezTo>
                  <a:lnTo>
                    <a:pt x="6142" y="7197"/>
                  </a:lnTo>
                  <a:cubicBezTo>
                    <a:pt x="6266" y="7259"/>
                    <a:pt x="6359" y="7352"/>
                    <a:pt x="6390" y="7476"/>
                  </a:cubicBezTo>
                  <a:cubicBezTo>
                    <a:pt x="6421" y="7476"/>
                    <a:pt x="6421" y="7507"/>
                    <a:pt x="6421" y="7538"/>
                  </a:cubicBezTo>
                  <a:lnTo>
                    <a:pt x="2172" y="7538"/>
                  </a:lnTo>
                  <a:cubicBezTo>
                    <a:pt x="2172" y="7507"/>
                    <a:pt x="2203" y="7476"/>
                    <a:pt x="2203" y="7476"/>
                  </a:cubicBezTo>
                  <a:cubicBezTo>
                    <a:pt x="2265" y="7352"/>
                    <a:pt x="2358" y="7259"/>
                    <a:pt x="2482" y="7228"/>
                  </a:cubicBezTo>
                  <a:lnTo>
                    <a:pt x="3630" y="6763"/>
                  </a:lnTo>
                  <a:cubicBezTo>
                    <a:pt x="3785" y="6701"/>
                    <a:pt x="3878" y="6577"/>
                    <a:pt x="3878" y="6422"/>
                  </a:cubicBezTo>
                  <a:lnTo>
                    <a:pt x="3878" y="6391"/>
                  </a:lnTo>
                  <a:cubicBezTo>
                    <a:pt x="4002" y="6422"/>
                    <a:pt x="4188" y="6453"/>
                    <a:pt x="4343" y="6453"/>
                  </a:cubicBezTo>
                  <a:cubicBezTo>
                    <a:pt x="4467" y="6453"/>
                    <a:pt x="4622" y="6453"/>
                    <a:pt x="4746" y="6391"/>
                  </a:cubicBezTo>
                  <a:close/>
                  <a:moveTo>
                    <a:pt x="8314" y="9462"/>
                  </a:moveTo>
                  <a:lnTo>
                    <a:pt x="8500" y="11013"/>
                  </a:lnTo>
                  <a:lnTo>
                    <a:pt x="5491" y="11013"/>
                  </a:lnTo>
                  <a:lnTo>
                    <a:pt x="5708" y="9462"/>
                  </a:lnTo>
                  <a:close/>
                  <a:moveTo>
                    <a:pt x="745" y="1"/>
                  </a:moveTo>
                  <a:cubicBezTo>
                    <a:pt x="311" y="1"/>
                    <a:pt x="0" y="342"/>
                    <a:pt x="0" y="745"/>
                  </a:cubicBezTo>
                  <a:lnTo>
                    <a:pt x="0" y="8717"/>
                  </a:lnTo>
                  <a:cubicBezTo>
                    <a:pt x="0" y="9120"/>
                    <a:pt x="311" y="9462"/>
                    <a:pt x="745" y="9462"/>
                  </a:cubicBezTo>
                  <a:lnTo>
                    <a:pt x="5274" y="9462"/>
                  </a:lnTo>
                  <a:lnTo>
                    <a:pt x="5057" y="11013"/>
                  </a:lnTo>
                  <a:lnTo>
                    <a:pt x="4374" y="11013"/>
                  </a:lnTo>
                  <a:cubicBezTo>
                    <a:pt x="4157" y="11044"/>
                    <a:pt x="4157" y="11385"/>
                    <a:pt x="4374" y="11416"/>
                  </a:cubicBezTo>
                  <a:lnTo>
                    <a:pt x="9554" y="11416"/>
                  </a:lnTo>
                  <a:cubicBezTo>
                    <a:pt x="9561" y="11417"/>
                    <a:pt x="9568" y="11417"/>
                    <a:pt x="9575" y="11417"/>
                  </a:cubicBezTo>
                  <a:cubicBezTo>
                    <a:pt x="9765" y="11417"/>
                    <a:pt x="9765" y="11011"/>
                    <a:pt x="9575" y="11011"/>
                  </a:cubicBezTo>
                  <a:cubicBezTo>
                    <a:pt x="9568" y="11011"/>
                    <a:pt x="9561" y="11012"/>
                    <a:pt x="9554" y="11013"/>
                  </a:cubicBezTo>
                  <a:lnTo>
                    <a:pt x="8872" y="11013"/>
                  </a:lnTo>
                  <a:lnTo>
                    <a:pt x="8655" y="9462"/>
                  </a:lnTo>
                  <a:lnTo>
                    <a:pt x="13184" y="9462"/>
                  </a:lnTo>
                  <a:cubicBezTo>
                    <a:pt x="13618" y="9462"/>
                    <a:pt x="13959" y="9120"/>
                    <a:pt x="13959" y="8717"/>
                  </a:cubicBezTo>
                  <a:lnTo>
                    <a:pt x="13959" y="745"/>
                  </a:lnTo>
                  <a:cubicBezTo>
                    <a:pt x="13959" y="342"/>
                    <a:pt x="13618" y="1"/>
                    <a:pt x="13184" y="1"/>
                  </a:cubicBezTo>
                  <a:lnTo>
                    <a:pt x="3940" y="1"/>
                  </a:lnTo>
                  <a:cubicBezTo>
                    <a:pt x="3661" y="1"/>
                    <a:pt x="3661" y="435"/>
                    <a:pt x="3940" y="435"/>
                  </a:cubicBezTo>
                  <a:lnTo>
                    <a:pt x="13246" y="435"/>
                  </a:lnTo>
                  <a:cubicBezTo>
                    <a:pt x="13432" y="435"/>
                    <a:pt x="13587" y="559"/>
                    <a:pt x="13587" y="745"/>
                  </a:cubicBezTo>
                  <a:lnTo>
                    <a:pt x="13587" y="7569"/>
                  </a:lnTo>
                  <a:lnTo>
                    <a:pt x="11198" y="7569"/>
                  </a:lnTo>
                  <a:cubicBezTo>
                    <a:pt x="11074" y="7569"/>
                    <a:pt x="10981" y="7663"/>
                    <a:pt x="10981" y="7787"/>
                  </a:cubicBezTo>
                  <a:cubicBezTo>
                    <a:pt x="10981" y="7880"/>
                    <a:pt x="11074" y="7973"/>
                    <a:pt x="11198" y="7973"/>
                  </a:cubicBezTo>
                  <a:lnTo>
                    <a:pt x="13587" y="7973"/>
                  </a:lnTo>
                  <a:lnTo>
                    <a:pt x="13587" y="8717"/>
                  </a:lnTo>
                  <a:cubicBezTo>
                    <a:pt x="13587" y="8903"/>
                    <a:pt x="13432" y="9027"/>
                    <a:pt x="13246" y="9027"/>
                  </a:cubicBezTo>
                  <a:lnTo>
                    <a:pt x="776" y="9027"/>
                  </a:lnTo>
                  <a:cubicBezTo>
                    <a:pt x="590" y="9027"/>
                    <a:pt x="435" y="8903"/>
                    <a:pt x="435" y="8717"/>
                  </a:cubicBezTo>
                  <a:lnTo>
                    <a:pt x="435" y="7973"/>
                  </a:lnTo>
                  <a:lnTo>
                    <a:pt x="10361" y="7973"/>
                  </a:lnTo>
                  <a:cubicBezTo>
                    <a:pt x="10485" y="7973"/>
                    <a:pt x="10578" y="7880"/>
                    <a:pt x="10578" y="7787"/>
                  </a:cubicBezTo>
                  <a:cubicBezTo>
                    <a:pt x="10578" y="7663"/>
                    <a:pt x="10485" y="7569"/>
                    <a:pt x="10361" y="7569"/>
                  </a:cubicBezTo>
                  <a:lnTo>
                    <a:pt x="6887" y="7569"/>
                  </a:lnTo>
                  <a:cubicBezTo>
                    <a:pt x="6856" y="7507"/>
                    <a:pt x="6825" y="7414"/>
                    <a:pt x="6794" y="7321"/>
                  </a:cubicBezTo>
                  <a:cubicBezTo>
                    <a:pt x="6701" y="7104"/>
                    <a:pt x="6514" y="6949"/>
                    <a:pt x="6297" y="6856"/>
                  </a:cubicBezTo>
                  <a:lnTo>
                    <a:pt x="5150" y="6391"/>
                  </a:lnTo>
                  <a:lnTo>
                    <a:pt x="5150" y="6236"/>
                  </a:lnTo>
                  <a:cubicBezTo>
                    <a:pt x="5150" y="6236"/>
                    <a:pt x="5150" y="6205"/>
                    <a:pt x="5150" y="6205"/>
                  </a:cubicBezTo>
                  <a:cubicBezTo>
                    <a:pt x="5584" y="5863"/>
                    <a:pt x="5894" y="5367"/>
                    <a:pt x="5925" y="4778"/>
                  </a:cubicBezTo>
                  <a:cubicBezTo>
                    <a:pt x="5925" y="4778"/>
                    <a:pt x="5925" y="4778"/>
                    <a:pt x="5956" y="4747"/>
                  </a:cubicBezTo>
                  <a:cubicBezTo>
                    <a:pt x="7095" y="3392"/>
                    <a:pt x="6126" y="1303"/>
                    <a:pt x="4351" y="1303"/>
                  </a:cubicBezTo>
                  <a:cubicBezTo>
                    <a:pt x="4338" y="1303"/>
                    <a:pt x="4325" y="1303"/>
                    <a:pt x="4312" y="1304"/>
                  </a:cubicBezTo>
                  <a:cubicBezTo>
                    <a:pt x="2513" y="1304"/>
                    <a:pt x="1551" y="3413"/>
                    <a:pt x="2699" y="4778"/>
                  </a:cubicBezTo>
                  <a:cubicBezTo>
                    <a:pt x="2761" y="5336"/>
                    <a:pt x="3009" y="5832"/>
                    <a:pt x="3444" y="6174"/>
                  </a:cubicBezTo>
                  <a:lnTo>
                    <a:pt x="3444" y="6391"/>
                  </a:lnTo>
                  <a:lnTo>
                    <a:pt x="2265" y="6856"/>
                  </a:lnTo>
                  <a:cubicBezTo>
                    <a:pt x="2079" y="6949"/>
                    <a:pt x="1893" y="7104"/>
                    <a:pt x="1800" y="7321"/>
                  </a:cubicBezTo>
                  <a:cubicBezTo>
                    <a:pt x="1769" y="7414"/>
                    <a:pt x="1737" y="7476"/>
                    <a:pt x="1706" y="7569"/>
                  </a:cubicBezTo>
                  <a:lnTo>
                    <a:pt x="404" y="7569"/>
                  </a:lnTo>
                  <a:lnTo>
                    <a:pt x="404" y="745"/>
                  </a:lnTo>
                  <a:cubicBezTo>
                    <a:pt x="404" y="559"/>
                    <a:pt x="559" y="435"/>
                    <a:pt x="745" y="435"/>
                  </a:cubicBezTo>
                  <a:lnTo>
                    <a:pt x="3071" y="435"/>
                  </a:lnTo>
                  <a:cubicBezTo>
                    <a:pt x="3319" y="435"/>
                    <a:pt x="3319" y="1"/>
                    <a:pt x="30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52"/>
            <p:cNvSpPr/>
            <p:nvPr/>
          </p:nvSpPr>
          <p:spPr>
            <a:xfrm>
              <a:off x="3411800" y="3132825"/>
              <a:ext cx="103175" cy="10125"/>
            </a:xfrm>
            <a:custGeom>
              <a:rect b="b" l="l" r="r" t="t"/>
              <a:pathLst>
                <a:path extrusionOk="0" h="405" w="4127">
                  <a:moveTo>
                    <a:pt x="280" y="1"/>
                  </a:moveTo>
                  <a:cubicBezTo>
                    <a:pt x="1" y="1"/>
                    <a:pt x="1" y="404"/>
                    <a:pt x="280" y="404"/>
                  </a:cubicBezTo>
                  <a:lnTo>
                    <a:pt x="3878" y="404"/>
                  </a:lnTo>
                  <a:cubicBezTo>
                    <a:pt x="4126" y="404"/>
                    <a:pt x="4126" y="1"/>
                    <a:pt x="38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52"/>
            <p:cNvSpPr/>
            <p:nvPr/>
          </p:nvSpPr>
          <p:spPr>
            <a:xfrm>
              <a:off x="3413350" y="3153000"/>
              <a:ext cx="55100" cy="10100"/>
            </a:xfrm>
            <a:custGeom>
              <a:rect b="b" l="l" r="r" t="t"/>
              <a:pathLst>
                <a:path extrusionOk="0" h="404" w="2204">
                  <a:moveTo>
                    <a:pt x="218" y="0"/>
                  </a:moveTo>
                  <a:cubicBezTo>
                    <a:pt x="94" y="0"/>
                    <a:pt x="1" y="93"/>
                    <a:pt x="1" y="186"/>
                  </a:cubicBezTo>
                  <a:cubicBezTo>
                    <a:pt x="1" y="310"/>
                    <a:pt x="94" y="404"/>
                    <a:pt x="218" y="404"/>
                  </a:cubicBezTo>
                  <a:lnTo>
                    <a:pt x="2017" y="404"/>
                  </a:lnTo>
                  <a:cubicBezTo>
                    <a:pt x="2110" y="404"/>
                    <a:pt x="2203" y="310"/>
                    <a:pt x="2203" y="186"/>
                  </a:cubicBezTo>
                  <a:cubicBezTo>
                    <a:pt x="2203" y="93"/>
                    <a:pt x="2110" y="0"/>
                    <a:pt x="20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52"/>
            <p:cNvSpPr/>
            <p:nvPr/>
          </p:nvSpPr>
          <p:spPr>
            <a:xfrm>
              <a:off x="3413350" y="3178575"/>
              <a:ext cx="100075" cy="10125"/>
            </a:xfrm>
            <a:custGeom>
              <a:rect b="b" l="l" r="r" t="t"/>
              <a:pathLst>
                <a:path extrusionOk="0" h="405" w="4003">
                  <a:moveTo>
                    <a:pt x="218" y="1"/>
                  </a:moveTo>
                  <a:cubicBezTo>
                    <a:pt x="94" y="1"/>
                    <a:pt x="1" y="94"/>
                    <a:pt x="1" y="218"/>
                  </a:cubicBezTo>
                  <a:cubicBezTo>
                    <a:pt x="1" y="311"/>
                    <a:pt x="94" y="404"/>
                    <a:pt x="218" y="404"/>
                  </a:cubicBezTo>
                  <a:lnTo>
                    <a:pt x="3816" y="404"/>
                  </a:lnTo>
                  <a:cubicBezTo>
                    <a:pt x="3909" y="404"/>
                    <a:pt x="4002" y="311"/>
                    <a:pt x="4002" y="218"/>
                  </a:cubicBezTo>
                  <a:cubicBezTo>
                    <a:pt x="4002" y="94"/>
                    <a:pt x="3909" y="1"/>
                    <a:pt x="38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52"/>
            <p:cNvSpPr/>
            <p:nvPr/>
          </p:nvSpPr>
          <p:spPr>
            <a:xfrm>
              <a:off x="3411800" y="3198750"/>
              <a:ext cx="58200" cy="10875"/>
            </a:xfrm>
            <a:custGeom>
              <a:rect b="b" l="l" r="r" t="t"/>
              <a:pathLst>
                <a:path extrusionOk="0" h="435" w="2328">
                  <a:moveTo>
                    <a:pt x="280" y="0"/>
                  </a:moveTo>
                  <a:cubicBezTo>
                    <a:pt x="1" y="0"/>
                    <a:pt x="1" y="435"/>
                    <a:pt x="280" y="435"/>
                  </a:cubicBezTo>
                  <a:lnTo>
                    <a:pt x="2079" y="435"/>
                  </a:lnTo>
                  <a:cubicBezTo>
                    <a:pt x="2327" y="435"/>
                    <a:pt x="2327" y="0"/>
                    <a:pt x="20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52"/>
            <p:cNvSpPr/>
            <p:nvPr/>
          </p:nvSpPr>
          <p:spPr>
            <a:xfrm>
              <a:off x="3413350" y="3225125"/>
              <a:ext cx="100075" cy="10100"/>
            </a:xfrm>
            <a:custGeom>
              <a:rect b="b" l="l" r="r" t="t"/>
              <a:pathLst>
                <a:path extrusionOk="0" h="404" w="4003">
                  <a:moveTo>
                    <a:pt x="218" y="0"/>
                  </a:moveTo>
                  <a:cubicBezTo>
                    <a:pt x="94" y="0"/>
                    <a:pt x="1" y="93"/>
                    <a:pt x="1" y="186"/>
                  </a:cubicBezTo>
                  <a:cubicBezTo>
                    <a:pt x="1" y="310"/>
                    <a:pt x="94" y="403"/>
                    <a:pt x="218" y="403"/>
                  </a:cubicBezTo>
                  <a:lnTo>
                    <a:pt x="3816" y="403"/>
                  </a:lnTo>
                  <a:cubicBezTo>
                    <a:pt x="3909" y="403"/>
                    <a:pt x="4002" y="310"/>
                    <a:pt x="4002" y="186"/>
                  </a:cubicBezTo>
                  <a:cubicBezTo>
                    <a:pt x="4002" y="93"/>
                    <a:pt x="3909" y="0"/>
                    <a:pt x="38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52"/>
            <p:cNvSpPr/>
            <p:nvPr/>
          </p:nvSpPr>
          <p:spPr>
            <a:xfrm>
              <a:off x="3413350" y="3245275"/>
              <a:ext cx="55100" cy="10100"/>
            </a:xfrm>
            <a:custGeom>
              <a:rect b="b" l="l" r="r" t="t"/>
              <a:pathLst>
                <a:path extrusionOk="0" h="404" w="2204">
                  <a:moveTo>
                    <a:pt x="218" y="1"/>
                  </a:moveTo>
                  <a:cubicBezTo>
                    <a:pt x="94" y="1"/>
                    <a:pt x="1" y="94"/>
                    <a:pt x="1" y="218"/>
                  </a:cubicBezTo>
                  <a:cubicBezTo>
                    <a:pt x="1" y="311"/>
                    <a:pt x="94" y="404"/>
                    <a:pt x="218" y="404"/>
                  </a:cubicBezTo>
                  <a:lnTo>
                    <a:pt x="2017" y="404"/>
                  </a:lnTo>
                  <a:cubicBezTo>
                    <a:pt x="2110" y="404"/>
                    <a:pt x="2203" y="311"/>
                    <a:pt x="2203" y="218"/>
                  </a:cubicBezTo>
                  <a:cubicBezTo>
                    <a:pt x="2203" y="94"/>
                    <a:pt x="2110" y="1"/>
                    <a:pt x="20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8" name="Google Shape;348;p52"/>
          <p:cNvGrpSpPr/>
          <p:nvPr/>
        </p:nvGrpSpPr>
        <p:grpSpPr>
          <a:xfrm>
            <a:off x="3505026" y="3363441"/>
            <a:ext cx="325605" cy="373052"/>
            <a:chOff x="1748582" y="3372635"/>
            <a:chExt cx="359269" cy="335780"/>
          </a:xfrm>
        </p:grpSpPr>
        <p:sp>
          <p:nvSpPr>
            <p:cNvPr id="349" name="Google Shape;349;p52"/>
            <p:cNvSpPr/>
            <p:nvPr/>
          </p:nvSpPr>
          <p:spPr>
            <a:xfrm>
              <a:off x="2080161" y="3535210"/>
              <a:ext cx="27690" cy="10630"/>
            </a:xfrm>
            <a:custGeom>
              <a:rect b="b" l="l" r="r" t="t"/>
              <a:pathLst>
                <a:path extrusionOk="0" h="334" w="870">
                  <a:moveTo>
                    <a:pt x="167" y="0"/>
                  </a:moveTo>
                  <a:cubicBezTo>
                    <a:pt x="72" y="0"/>
                    <a:pt x="1" y="83"/>
                    <a:pt x="1" y="167"/>
                  </a:cubicBezTo>
                  <a:cubicBezTo>
                    <a:pt x="1" y="262"/>
                    <a:pt x="72" y="333"/>
                    <a:pt x="167" y="333"/>
                  </a:cubicBezTo>
                  <a:lnTo>
                    <a:pt x="703" y="333"/>
                  </a:lnTo>
                  <a:cubicBezTo>
                    <a:pt x="786" y="333"/>
                    <a:pt x="870" y="262"/>
                    <a:pt x="870" y="167"/>
                  </a:cubicBezTo>
                  <a:cubicBezTo>
                    <a:pt x="870" y="83"/>
                    <a:pt x="786" y="0"/>
                    <a:pt x="7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0" name="Google Shape;350;p52"/>
            <p:cNvGrpSpPr/>
            <p:nvPr/>
          </p:nvGrpSpPr>
          <p:grpSpPr>
            <a:xfrm>
              <a:off x="1748582" y="3372635"/>
              <a:ext cx="333520" cy="335780"/>
              <a:chOff x="1748582" y="3372635"/>
              <a:chExt cx="333520" cy="335780"/>
            </a:xfrm>
          </p:grpSpPr>
          <p:sp>
            <p:nvSpPr>
              <p:cNvPr id="351" name="Google Shape;351;p52"/>
              <p:cNvSpPr/>
              <p:nvPr/>
            </p:nvSpPr>
            <p:spPr>
              <a:xfrm>
                <a:off x="1748582" y="3372635"/>
                <a:ext cx="308504" cy="335780"/>
              </a:xfrm>
              <a:custGeom>
                <a:rect b="b" l="l" r="r" t="t"/>
                <a:pathLst>
                  <a:path extrusionOk="0" h="10550" w="9693">
                    <a:moveTo>
                      <a:pt x="8454" y="4215"/>
                    </a:moveTo>
                    <a:cubicBezTo>
                      <a:pt x="8978" y="4298"/>
                      <a:pt x="9359" y="4739"/>
                      <a:pt x="9359" y="5275"/>
                    </a:cubicBezTo>
                    <a:cubicBezTo>
                      <a:pt x="9359" y="5811"/>
                      <a:pt x="8978" y="6263"/>
                      <a:pt x="8454" y="6334"/>
                    </a:cubicBezTo>
                    <a:lnTo>
                      <a:pt x="8454" y="4215"/>
                    </a:lnTo>
                    <a:close/>
                    <a:moveTo>
                      <a:pt x="1251" y="4036"/>
                    </a:moveTo>
                    <a:lnTo>
                      <a:pt x="1251" y="6525"/>
                    </a:lnTo>
                    <a:lnTo>
                      <a:pt x="894" y="6525"/>
                    </a:lnTo>
                    <a:cubicBezTo>
                      <a:pt x="596" y="6525"/>
                      <a:pt x="358" y="6287"/>
                      <a:pt x="358" y="5989"/>
                    </a:cubicBezTo>
                    <a:lnTo>
                      <a:pt x="358" y="4572"/>
                    </a:lnTo>
                    <a:cubicBezTo>
                      <a:pt x="358" y="4275"/>
                      <a:pt x="596" y="4036"/>
                      <a:pt x="894" y="4036"/>
                    </a:cubicBezTo>
                    <a:close/>
                    <a:moveTo>
                      <a:pt x="2668" y="4025"/>
                    </a:moveTo>
                    <a:lnTo>
                      <a:pt x="2668" y="6525"/>
                    </a:lnTo>
                    <a:lnTo>
                      <a:pt x="1584" y="6525"/>
                    </a:lnTo>
                    <a:lnTo>
                      <a:pt x="1584" y="4025"/>
                    </a:lnTo>
                    <a:close/>
                    <a:moveTo>
                      <a:pt x="2846" y="7727"/>
                    </a:moveTo>
                    <a:lnTo>
                      <a:pt x="2846" y="8466"/>
                    </a:lnTo>
                    <a:lnTo>
                      <a:pt x="2537" y="8466"/>
                    </a:lnTo>
                    <a:lnTo>
                      <a:pt x="2727" y="7727"/>
                    </a:lnTo>
                    <a:close/>
                    <a:moveTo>
                      <a:pt x="2608" y="6834"/>
                    </a:moveTo>
                    <a:lnTo>
                      <a:pt x="2001" y="9156"/>
                    </a:lnTo>
                    <a:lnTo>
                      <a:pt x="1584" y="9156"/>
                    </a:lnTo>
                    <a:lnTo>
                      <a:pt x="1584" y="6834"/>
                    </a:lnTo>
                    <a:close/>
                    <a:moveTo>
                      <a:pt x="8133" y="357"/>
                    </a:moveTo>
                    <a:lnTo>
                      <a:pt x="8133" y="10228"/>
                    </a:lnTo>
                    <a:lnTo>
                      <a:pt x="7394" y="10228"/>
                    </a:lnTo>
                    <a:lnTo>
                      <a:pt x="7394" y="3251"/>
                    </a:lnTo>
                    <a:cubicBezTo>
                      <a:pt x="7394" y="3167"/>
                      <a:pt x="7323" y="3084"/>
                      <a:pt x="7240" y="3084"/>
                    </a:cubicBezTo>
                    <a:cubicBezTo>
                      <a:pt x="7144" y="3084"/>
                      <a:pt x="7073" y="3167"/>
                      <a:pt x="7073" y="3251"/>
                    </a:cubicBezTo>
                    <a:lnTo>
                      <a:pt x="7073" y="9144"/>
                    </a:lnTo>
                    <a:cubicBezTo>
                      <a:pt x="6859" y="8859"/>
                      <a:pt x="6549" y="8466"/>
                      <a:pt x="6132" y="8073"/>
                    </a:cubicBezTo>
                    <a:cubicBezTo>
                      <a:pt x="5668" y="7632"/>
                      <a:pt x="5192" y="7275"/>
                      <a:pt x="4704" y="7013"/>
                    </a:cubicBezTo>
                    <a:cubicBezTo>
                      <a:pt x="4132" y="6715"/>
                      <a:pt x="3561" y="6561"/>
                      <a:pt x="2989" y="6537"/>
                    </a:cubicBezTo>
                    <a:lnTo>
                      <a:pt x="2989" y="4036"/>
                    </a:lnTo>
                    <a:cubicBezTo>
                      <a:pt x="3572" y="4013"/>
                      <a:pt x="4132" y="3846"/>
                      <a:pt x="4704" y="3560"/>
                    </a:cubicBezTo>
                    <a:cubicBezTo>
                      <a:pt x="5192" y="3310"/>
                      <a:pt x="5668" y="2953"/>
                      <a:pt x="6132" y="2501"/>
                    </a:cubicBezTo>
                    <a:cubicBezTo>
                      <a:pt x="6537" y="2108"/>
                      <a:pt x="6847" y="1715"/>
                      <a:pt x="7073" y="1429"/>
                    </a:cubicBezTo>
                    <a:lnTo>
                      <a:pt x="7073" y="2489"/>
                    </a:lnTo>
                    <a:cubicBezTo>
                      <a:pt x="7073" y="2584"/>
                      <a:pt x="7144" y="2655"/>
                      <a:pt x="7240" y="2655"/>
                    </a:cubicBezTo>
                    <a:cubicBezTo>
                      <a:pt x="7323" y="2655"/>
                      <a:pt x="7394" y="2584"/>
                      <a:pt x="7394" y="2489"/>
                    </a:cubicBezTo>
                    <a:lnTo>
                      <a:pt x="7394" y="357"/>
                    </a:lnTo>
                    <a:close/>
                    <a:moveTo>
                      <a:pt x="7228" y="0"/>
                    </a:moveTo>
                    <a:cubicBezTo>
                      <a:pt x="7144" y="0"/>
                      <a:pt x="7073" y="84"/>
                      <a:pt x="7073" y="167"/>
                    </a:cubicBezTo>
                    <a:lnTo>
                      <a:pt x="7073" y="822"/>
                    </a:lnTo>
                    <a:cubicBezTo>
                      <a:pt x="6966" y="988"/>
                      <a:pt x="6549" y="1631"/>
                      <a:pt x="5906" y="2251"/>
                    </a:cubicBezTo>
                    <a:cubicBezTo>
                      <a:pt x="5227" y="2905"/>
                      <a:pt x="4132" y="3703"/>
                      <a:pt x="2822" y="3703"/>
                    </a:cubicBezTo>
                    <a:lnTo>
                      <a:pt x="882" y="3703"/>
                    </a:lnTo>
                    <a:cubicBezTo>
                      <a:pt x="405" y="3703"/>
                      <a:pt x="1" y="4084"/>
                      <a:pt x="1" y="4572"/>
                    </a:cubicBezTo>
                    <a:lnTo>
                      <a:pt x="1" y="5989"/>
                    </a:lnTo>
                    <a:cubicBezTo>
                      <a:pt x="1" y="6465"/>
                      <a:pt x="382" y="6870"/>
                      <a:pt x="882" y="6870"/>
                    </a:cubicBezTo>
                    <a:lnTo>
                      <a:pt x="1239" y="6870"/>
                    </a:lnTo>
                    <a:lnTo>
                      <a:pt x="1239" y="9359"/>
                    </a:lnTo>
                    <a:cubicBezTo>
                      <a:pt x="1239" y="9442"/>
                      <a:pt x="1310" y="9513"/>
                      <a:pt x="1394" y="9513"/>
                    </a:cubicBezTo>
                    <a:lnTo>
                      <a:pt x="2096" y="9513"/>
                    </a:lnTo>
                    <a:cubicBezTo>
                      <a:pt x="2168" y="9513"/>
                      <a:pt x="2227" y="9478"/>
                      <a:pt x="2263" y="9394"/>
                    </a:cubicBezTo>
                    <a:lnTo>
                      <a:pt x="2406" y="8823"/>
                    </a:lnTo>
                    <a:lnTo>
                      <a:pt x="2977" y="8823"/>
                    </a:lnTo>
                    <a:cubicBezTo>
                      <a:pt x="3061" y="8823"/>
                      <a:pt x="3144" y="8739"/>
                      <a:pt x="3144" y="8656"/>
                    </a:cubicBezTo>
                    <a:lnTo>
                      <a:pt x="3144" y="7573"/>
                    </a:lnTo>
                    <a:cubicBezTo>
                      <a:pt x="3144" y="7477"/>
                      <a:pt x="3061" y="7406"/>
                      <a:pt x="2977" y="7406"/>
                    </a:cubicBezTo>
                    <a:lnTo>
                      <a:pt x="2787" y="7406"/>
                    </a:lnTo>
                    <a:lnTo>
                      <a:pt x="2930" y="6858"/>
                    </a:lnTo>
                    <a:cubicBezTo>
                      <a:pt x="4180" y="6894"/>
                      <a:pt x="5227" y="7656"/>
                      <a:pt x="5882" y="8299"/>
                    </a:cubicBezTo>
                    <a:cubicBezTo>
                      <a:pt x="6537" y="8942"/>
                      <a:pt x="6954" y="9573"/>
                      <a:pt x="7037" y="9728"/>
                    </a:cubicBezTo>
                    <a:lnTo>
                      <a:pt x="7037" y="10383"/>
                    </a:lnTo>
                    <a:cubicBezTo>
                      <a:pt x="7037" y="10466"/>
                      <a:pt x="7109" y="10549"/>
                      <a:pt x="7204" y="10549"/>
                    </a:cubicBezTo>
                    <a:lnTo>
                      <a:pt x="8264" y="10549"/>
                    </a:lnTo>
                    <a:cubicBezTo>
                      <a:pt x="8347" y="10549"/>
                      <a:pt x="8430" y="10466"/>
                      <a:pt x="8430" y="10383"/>
                    </a:cubicBezTo>
                    <a:lnTo>
                      <a:pt x="8430" y="6656"/>
                    </a:lnTo>
                    <a:cubicBezTo>
                      <a:pt x="9121" y="6573"/>
                      <a:pt x="9657" y="5989"/>
                      <a:pt x="9657" y="5275"/>
                    </a:cubicBezTo>
                    <a:cubicBezTo>
                      <a:pt x="9692" y="4560"/>
                      <a:pt x="9168" y="3965"/>
                      <a:pt x="8454" y="3894"/>
                    </a:cubicBezTo>
                    <a:lnTo>
                      <a:pt x="8454" y="167"/>
                    </a:lnTo>
                    <a:cubicBezTo>
                      <a:pt x="8454" y="84"/>
                      <a:pt x="8383" y="0"/>
                      <a:pt x="82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52"/>
              <p:cNvSpPr/>
              <p:nvPr/>
            </p:nvSpPr>
            <p:spPr>
              <a:xfrm>
                <a:off x="2057054" y="3472000"/>
                <a:ext cx="25048" cy="22311"/>
              </a:xfrm>
              <a:custGeom>
                <a:rect b="b" l="l" r="r" t="t"/>
                <a:pathLst>
                  <a:path extrusionOk="0" h="701" w="787">
                    <a:moveTo>
                      <a:pt x="600" y="1"/>
                    </a:moveTo>
                    <a:cubicBezTo>
                      <a:pt x="557" y="1"/>
                      <a:pt x="512" y="16"/>
                      <a:pt x="477" y="45"/>
                    </a:cubicBezTo>
                    <a:lnTo>
                      <a:pt x="107" y="414"/>
                    </a:lnTo>
                    <a:cubicBezTo>
                      <a:pt x="0" y="522"/>
                      <a:pt x="72" y="700"/>
                      <a:pt x="227" y="700"/>
                    </a:cubicBezTo>
                    <a:cubicBezTo>
                      <a:pt x="262" y="700"/>
                      <a:pt x="310" y="676"/>
                      <a:pt x="346" y="653"/>
                    </a:cubicBezTo>
                    <a:lnTo>
                      <a:pt x="715" y="283"/>
                    </a:lnTo>
                    <a:cubicBezTo>
                      <a:pt x="786" y="200"/>
                      <a:pt x="786" y="105"/>
                      <a:pt x="715" y="45"/>
                    </a:cubicBezTo>
                    <a:cubicBezTo>
                      <a:pt x="685" y="16"/>
                      <a:pt x="643" y="1"/>
                      <a:pt x="60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52"/>
              <p:cNvSpPr/>
              <p:nvPr/>
            </p:nvSpPr>
            <p:spPr>
              <a:xfrm>
                <a:off x="2058550" y="3586834"/>
                <a:ext cx="23552" cy="22629"/>
              </a:xfrm>
              <a:custGeom>
                <a:rect b="b" l="l" r="r" t="t"/>
                <a:pathLst>
                  <a:path extrusionOk="0" h="711" w="740">
                    <a:moveTo>
                      <a:pt x="184" y="0"/>
                    </a:moveTo>
                    <a:cubicBezTo>
                      <a:pt x="141" y="0"/>
                      <a:pt x="96" y="15"/>
                      <a:pt x="60" y="45"/>
                    </a:cubicBezTo>
                    <a:cubicBezTo>
                      <a:pt x="1" y="104"/>
                      <a:pt x="1" y="212"/>
                      <a:pt x="60" y="283"/>
                    </a:cubicBezTo>
                    <a:lnTo>
                      <a:pt x="430" y="664"/>
                    </a:lnTo>
                    <a:cubicBezTo>
                      <a:pt x="461" y="696"/>
                      <a:pt x="500" y="711"/>
                      <a:pt x="538" y="711"/>
                    </a:cubicBezTo>
                    <a:cubicBezTo>
                      <a:pt x="586" y="711"/>
                      <a:pt x="634" y="687"/>
                      <a:pt x="668" y="640"/>
                    </a:cubicBezTo>
                    <a:cubicBezTo>
                      <a:pt x="739" y="581"/>
                      <a:pt x="727" y="485"/>
                      <a:pt x="668" y="426"/>
                    </a:cubicBezTo>
                    <a:lnTo>
                      <a:pt x="299" y="45"/>
                    </a:lnTo>
                    <a:cubicBezTo>
                      <a:pt x="269" y="15"/>
                      <a:pt x="227" y="0"/>
                      <a:pt x="1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54" name="Google Shape;354;p52"/>
          <p:cNvGrpSpPr/>
          <p:nvPr/>
        </p:nvGrpSpPr>
        <p:grpSpPr>
          <a:xfrm>
            <a:off x="5446470" y="3343428"/>
            <a:ext cx="381005" cy="373057"/>
            <a:chOff x="7060200" y="4141325"/>
            <a:chExt cx="212200" cy="361875"/>
          </a:xfrm>
        </p:grpSpPr>
        <p:sp>
          <p:nvSpPr>
            <p:cNvPr id="355" name="Google Shape;355;p52"/>
            <p:cNvSpPr/>
            <p:nvPr/>
          </p:nvSpPr>
          <p:spPr>
            <a:xfrm>
              <a:off x="7060200" y="4141325"/>
              <a:ext cx="212200" cy="361875"/>
            </a:xfrm>
            <a:custGeom>
              <a:rect b="b" l="l" r="r" t="t"/>
              <a:pathLst>
                <a:path extrusionOk="0" h="14475" w="8488">
                  <a:moveTo>
                    <a:pt x="8055" y="1760"/>
                  </a:moveTo>
                  <a:lnTo>
                    <a:pt x="8055" y="11851"/>
                  </a:lnTo>
                  <a:lnTo>
                    <a:pt x="433" y="11851"/>
                  </a:lnTo>
                  <a:lnTo>
                    <a:pt x="433" y="1760"/>
                  </a:lnTo>
                  <a:close/>
                  <a:moveTo>
                    <a:pt x="1297" y="0"/>
                  </a:moveTo>
                  <a:cubicBezTo>
                    <a:pt x="587" y="0"/>
                    <a:pt x="31" y="587"/>
                    <a:pt x="0" y="1297"/>
                  </a:cubicBezTo>
                  <a:lnTo>
                    <a:pt x="0" y="13178"/>
                  </a:lnTo>
                  <a:cubicBezTo>
                    <a:pt x="31" y="13888"/>
                    <a:pt x="587" y="14475"/>
                    <a:pt x="1297" y="14475"/>
                  </a:cubicBezTo>
                  <a:lnTo>
                    <a:pt x="5432" y="14475"/>
                  </a:lnTo>
                  <a:cubicBezTo>
                    <a:pt x="5710" y="14475"/>
                    <a:pt x="5710" y="14043"/>
                    <a:pt x="5432" y="14043"/>
                  </a:cubicBezTo>
                  <a:lnTo>
                    <a:pt x="1297" y="14043"/>
                  </a:lnTo>
                  <a:cubicBezTo>
                    <a:pt x="834" y="14043"/>
                    <a:pt x="433" y="13672"/>
                    <a:pt x="433" y="13178"/>
                  </a:cubicBezTo>
                  <a:lnTo>
                    <a:pt x="433" y="12283"/>
                  </a:lnTo>
                  <a:lnTo>
                    <a:pt x="8055" y="12283"/>
                  </a:lnTo>
                  <a:lnTo>
                    <a:pt x="8055" y="13178"/>
                  </a:lnTo>
                  <a:cubicBezTo>
                    <a:pt x="8055" y="13672"/>
                    <a:pt x="7654" y="14043"/>
                    <a:pt x="7191" y="14043"/>
                  </a:cubicBezTo>
                  <a:lnTo>
                    <a:pt x="6667" y="14043"/>
                  </a:lnTo>
                  <a:cubicBezTo>
                    <a:pt x="6389" y="14043"/>
                    <a:pt x="6389" y="14475"/>
                    <a:pt x="6667" y="14475"/>
                  </a:cubicBezTo>
                  <a:lnTo>
                    <a:pt x="7191" y="14475"/>
                  </a:lnTo>
                  <a:cubicBezTo>
                    <a:pt x="7901" y="14475"/>
                    <a:pt x="8488" y="13888"/>
                    <a:pt x="8488" y="13178"/>
                  </a:cubicBezTo>
                  <a:lnTo>
                    <a:pt x="8488" y="1297"/>
                  </a:lnTo>
                  <a:cubicBezTo>
                    <a:pt x="8488" y="587"/>
                    <a:pt x="7901" y="0"/>
                    <a:pt x="7191" y="0"/>
                  </a:cubicBezTo>
                  <a:lnTo>
                    <a:pt x="3087" y="0"/>
                  </a:lnTo>
                  <a:cubicBezTo>
                    <a:pt x="2809" y="0"/>
                    <a:pt x="2809" y="432"/>
                    <a:pt x="3087" y="432"/>
                  </a:cubicBezTo>
                  <a:lnTo>
                    <a:pt x="7191" y="432"/>
                  </a:lnTo>
                  <a:cubicBezTo>
                    <a:pt x="7654" y="432"/>
                    <a:pt x="8055" y="803"/>
                    <a:pt x="8055" y="1297"/>
                  </a:cubicBezTo>
                  <a:lnTo>
                    <a:pt x="8055" y="1327"/>
                  </a:lnTo>
                  <a:lnTo>
                    <a:pt x="433" y="1327"/>
                  </a:lnTo>
                  <a:lnTo>
                    <a:pt x="433" y="1297"/>
                  </a:lnTo>
                  <a:cubicBezTo>
                    <a:pt x="433" y="803"/>
                    <a:pt x="834" y="432"/>
                    <a:pt x="1297" y="432"/>
                  </a:cubicBezTo>
                  <a:lnTo>
                    <a:pt x="1821" y="432"/>
                  </a:lnTo>
                  <a:cubicBezTo>
                    <a:pt x="2099" y="432"/>
                    <a:pt x="2099" y="0"/>
                    <a:pt x="18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52"/>
            <p:cNvSpPr/>
            <p:nvPr/>
          </p:nvSpPr>
          <p:spPr>
            <a:xfrm>
              <a:off x="7146625" y="4463825"/>
              <a:ext cx="39350" cy="10825"/>
            </a:xfrm>
            <a:custGeom>
              <a:rect b="b" l="l" r="r" t="t"/>
              <a:pathLst>
                <a:path extrusionOk="0" h="433" w="1574">
                  <a:moveTo>
                    <a:pt x="278" y="1"/>
                  </a:moveTo>
                  <a:cubicBezTo>
                    <a:pt x="0" y="1"/>
                    <a:pt x="0" y="433"/>
                    <a:pt x="278" y="433"/>
                  </a:cubicBezTo>
                  <a:lnTo>
                    <a:pt x="1296" y="433"/>
                  </a:lnTo>
                  <a:cubicBezTo>
                    <a:pt x="1574" y="433"/>
                    <a:pt x="1574" y="1"/>
                    <a:pt x="1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52"/>
            <p:cNvSpPr/>
            <p:nvPr/>
          </p:nvSpPr>
          <p:spPr>
            <a:xfrm>
              <a:off x="7102625" y="4243125"/>
              <a:ext cx="144300" cy="142075"/>
            </a:xfrm>
            <a:custGeom>
              <a:rect b="b" l="l" r="r" t="t"/>
              <a:pathLst>
                <a:path extrusionOk="0" h="5683" w="5772">
                  <a:moveTo>
                    <a:pt x="4383" y="1514"/>
                  </a:moveTo>
                  <a:lnTo>
                    <a:pt x="4013" y="3490"/>
                  </a:lnTo>
                  <a:lnTo>
                    <a:pt x="896" y="3490"/>
                  </a:lnTo>
                  <a:cubicBezTo>
                    <a:pt x="865" y="3490"/>
                    <a:pt x="834" y="3459"/>
                    <a:pt x="834" y="3397"/>
                  </a:cubicBezTo>
                  <a:lnTo>
                    <a:pt x="433" y="1607"/>
                  </a:lnTo>
                  <a:cubicBezTo>
                    <a:pt x="433" y="1576"/>
                    <a:pt x="433" y="1576"/>
                    <a:pt x="433" y="1545"/>
                  </a:cubicBezTo>
                  <a:cubicBezTo>
                    <a:pt x="464" y="1514"/>
                    <a:pt x="464" y="1514"/>
                    <a:pt x="495" y="1514"/>
                  </a:cubicBezTo>
                  <a:close/>
                  <a:moveTo>
                    <a:pt x="1359" y="4817"/>
                  </a:moveTo>
                  <a:cubicBezTo>
                    <a:pt x="1482" y="4817"/>
                    <a:pt x="1575" y="4909"/>
                    <a:pt x="1575" y="5033"/>
                  </a:cubicBezTo>
                  <a:cubicBezTo>
                    <a:pt x="1575" y="5112"/>
                    <a:pt x="1544" y="5142"/>
                    <a:pt x="1502" y="5142"/>
                  </a:cubicBezTo>
                  <a:cubicBezTo>
                    <a:pt x="1364" y="5142"/>
                    <a:pt x="1099" y="4817"/>
                    <a:pt x="1359" y="4817"/>
                  </a:cubicBezTo>
                  <a:close/>
                  <a:moveTo>
                    <a:pt x="3457" y="4817"/>
                  </a:moveTo>
                  <a:cubicBezTo>
                    <a:pt x="3735" y="4817"/>
                    <a:pt x="3735" y="5249"/>
                    <a:pt x="3457" y="5249"/>
                  </a:cubicBezTo>
                  <a:cubicBezTo>
                    <a:pt x="3180" y="5249"/>
                    <a:pt x="3180" y="4817"/>
                    <a:pt x="3457" y="4817"/>
                  </a:cubicBezTo>
                  <a:close/>
                  <a:moveTo>
                    <a:pt x="5522" y="1"/>
                  </a:moveTo>
                  <a:cubicBezTo>
                    <a:pt x="5513" y="1"/>
                    <a:pt x="5504" y="1"/>
                    <a:pt x="5494" y="2"/>
                  </a:cubicBezTo>
                  <a:lnTo>
                    <a:pt x="5247" y="2"/>
                  </a:lnTo>
                  <a:cubicBezTo>
                    <a:pt x="4939" y="2"/>
                    <a:pt x="4661" y="218"/>
                    <a:pt x="4630" y="527"/>
                  </a:cubicBezTo>
                  <a:lnTo>
                    <a:pt x="4507" y="1113"/>
                  </a:lnTo>
                  <a:lnTo>
                    <a:pt x="526" y="1113"/>
                  </a:lnTo>
                  <a:cubicBezTo>
                    <a:pt x="371" y="1113"/>
                    <a:pt x="248" y="1175"/>
                    <a:pt x="155" y="1298"/>
                  </a:cubicBezTo>
                  <a:cubicBezTo>
                    <a:pt x="63" y="1391"/>
                    <a:pt x="1" y="1576"/>
                    <a:pt x="32" y="1700"/>
                  </a:cubicBezTo>
                  <a:lnTo>
                    <a:pt x="433" y="3520"/>
                  </a:lnTo>
                  <a:cubicBezTo>
                    <a:pt x="495" y="3736"/>
                    <a:pt x="680" y="3922"/>
                    <a:pt x="927" y="3922"/>
                  </a:cubicBezTo>
                  <a:lnTo>
                    <a:pt x="4013" y="3922"/>
                  </a:lnTo>
                  <a:lnTo>
                    <a:pt x="4013" y="3983"/>
                  </a:lnTo>
                  <a:cubicBezTo>
                    <a:pt x="3982" y="4230"/>
                    <a:pt x="3766" y="4415"/>
                    <a:pt x="3519" y="4415"/>
                  </a:cubicBezTo>
                  <a:lnTo>
                    <a:pt x="958" y="4415"/>
                  </a:lnTo>
                  <a:cubicBezTo>
                    <a:pt x="834" y="4415"/>
                    <a:pt x="742" y="4508"/>
                    <a:pt x="742" y="4631"/>
                  </a:cubicBezTo>
                  <a:cubicBezTo>
                    <a:pt x="742" y="4693"/>
                    <a:pt x="772" y="4755"/>
                    <a:pt x="834" y="4817"/>
                  </a:cubicBezTo>
                  <a:cubicBezTo>
                    <a:pt x="649" y="5218"/>
                    <a:pt x="958" y="5681"/>
                    <a:pt x="1390" y="5681"/>
                  </a:cubicBezTo>
                  <a:cubicBezTo>
                    <a:pt x="1405" y="5682"/>
                    <a:pt x="1421" y="5682"/>
                    <a:pt x="1436" y="5682"/>
                  </a:cubicBezTo>
                  <a:cubicBezTo>
                    <a:pt x="1873" y="5682"/>
                    <a:pt x="2156" y="5265"/>
                    <a:pt x="2007" y="4847"/>
                  </a:cubicBezTo>
                  <a:lnTo>
                    <a:pt x="2902" y="4847"/>
                  </a:lnTo>
                  <a:cubicBezTo>
                    <a:pt x="2871" y="4909"/>
                    <a:pt x="2871" y="4971"/>
                    <a:pt x="2871" y="5063"/>
                  </a:cubicBezTo>
                  <a:cubicBezTo>
                    <a:pt x="2882" y="5337"/>
                    <a:pt x="3087" y="5448"/>
                    <a:pt x="3327" y="5448"/>
                  </a:cubicBezTo>
                  <a:cubicBezTo>
                    <a:pt x="3766" y="5448"/>
                    <a:pt x="4323" y="5081"/>
                    <a:pt x="4044" y="4662"/>
                  </a:cubicBezTo>
                  <a:cubicBezTo>
                    <a:pt x="4229" y="4539"/>
                    <a:pt x="4383" y="4292"/>
                    <a:pt x="4414" y="4045"/>
                  </a:cubicBezTo>
                  <a:lnTo>
                    <a:pt x="5062" y="589"/>
                  </a:lnTo>
                  <a:cubicBezTo>
                    <a:pt x="5093" y="496"/>
                    <a:pt x="5186" y="403"/>
                    <a:pt x="5278" y="403"/>
                  </a:cubicBezTo>
                  <a:lnTo>
                    <a:pt x="5494" y="403"/>
                  </a:lnTo>
                  <a:cubicBezTo>
                    <a:pt x="5762" y="403"/>
                    <a:pt x="5772" y="1"/>
                    <a:pt x="55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3"/>
          <p:cNvSpPr txBox="1"/>
          <p:nvPr>
            <p:ph idx="3" type="ctrTitle"/>
          </p:nvPr>
        </p:nvSpPr>
        <p:spPr>
          <a:xfrm>
            <a:off x="1627625" y="1302300"/>
            <a:ext cx="28734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Server Traffic</a:t>
            </a:r>
            <a:endParaRPr/>
          </a:p>
        </p:txBody>
      </p:sp>
      <p:sp>
        <p:nvSpPr>
          <p:cNvPr id="363" name="Google Shape;363;p53"/>
          <p:cNvSpPr txBox="1"/>
          <p:nvPr>
            <p:ph idx="4" type="ctrTitle"/>
          </p:nvPr>
        </p:nvSpPr>
        <p:spPr>
          <a:xfrm>
            <a:off x="1627625" y="3517063"/>
            <a:ext cx="28734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Genuine Reviews</a:t>
            </a:r>
            <a:endParaRPr/>
          </a:p>
        </p:txBody>
      </p:sp>
      <p:sp>
        <p:nvSpPr>
          <p:cNvPr id="364" name="Google Shape;364;p53"/>
          <p:cNvSpPr txBox="1"/>
          <p:nvPr>
            <p:ph idx="5" type="ctrTitle"/>
          </p:nvPr>
        </p:nvSpPr>
        <p:spPr>
          <a:xfrm>
            <a:off x="1627625" y="2125920"/>
            <a:ext cx="28734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Inclusive Environment for roommate matching</a:t>
            </a:r>
            <a:endParaRPr/>
          </a:p>
        </p:txBody>
      </p:sp>
      <p:sp>
        <p:nvSpPr>
          <p:cNvPr id="365" name="Google Shape;365;p53"/>
          <p:cNvSpPr txBox="1"/>
          <p:nvPr>
            <p:ph type="ctrTitle"/>
          </p:nvPr>
        </p:nvSpPr>
        <p:spPr>
          <a:xfrm>
            <a:off x="723600" y="470625"/>
            <a:ext cx="4070400" cy="7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Anticipated Challenges &amp; Constraints</a:t>
            </a:r>
            <a:endParaRPr sz="2100"/>
          </a:p>
        </p:txBody>
      </p:sp>
      <p:pic>
        <p:nvPicPr>
          <p:cNvPr id="366" name="Google Shape;366;p53"/>
          <p:cNvPicPr preferRelativeResize="0"/>
          <p:nvPr/>
        </p:nvPicPr>
        <p:blipFill rotWithShape="1">
          <a:blip r:embed="rId3">
            <a:alphaModFix/>
          </a:blip>
          <a:srcRect b="0" l="40540" r="21869" t="0"/>
          <a:stretch/>
        </p:blipFill>
        <p:spPr>
          <a:xfrm>
            <a:off x="6070450" y="544100"/>
            <a:ext cx="3073550" cy="45993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7" name="Google Shape;367;p53"/>
          <p:cNvGrpSpPr/>
          <p:nvPr/>
        </p:nvGrpSpPr>
        <p:grpSpPr>
          <a:xfrm>
            <a:off x="1036250" y="2417784"/>
            <a:ext cx="371413" cy="371377"/>
            <a:chOff x="7976174" y="2925108"/>
            <a:chExt cx="334666" cy="334634"/>
          </a:xfrm>
        </p:grpSpPr>
        <p:sp>
          <p:nvSpPr>
            <p:cNvPr id="368" name="Google Shape;368;p53"/>
            <p:cNvSpPr/>
            <p:nvPr/>
          </p:nvSpPr>
          <p:spPr>
            <a:xfrm>
              <a:off x="8003100" y="3064545"/>
              <a:ext cx="10630" cy="14068"/>
            </a:xfrm>
            <a:custGeom>
              <a:rect b="b" l="l" r="r" t="t"/>
              <a:pathLst>
                <a:path extrusionOk="0" h="442" w="334">
                  <a:moveTo>
                    <a:pt x="167" y="1"/>
                  </a:moveTo>
                  <a:cubicBezTo>
                    <a:pt x="72" y="1"/>
                    <a:pt x="0" y="72"/>
                    <a:pt x="0" y="167"/>
                  </a:cubicBezTo>
                  <a:lnTo>
                    <a:pt x="0" y="286"/>
                  </a:lnTo>
                  <a:cubicBezTo>
                    <a:pt x="0" y="370"/>
                    <a:pt x="72" y="441"/>
                    <a:pt x="167" y="441"/>
                  </a:cubicBezTo>
                  <a:cubicBezTo>
                    <a:pt x="250" y="441"/>
                    <a:pt x="322" y="370"/>
                    <a:pt x="322" y="286"/>
                  </a:cubicBezTo>
                  <a:lnTo>
                    <a:pt x="322" y="167"/>
                  </a:lnTo>
                  <a:cubicBezTo>
                    <a:pt x="334" y="72"/>
                    <a:pt x="250" y="1"/>
                    <a:pt x="1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53"/>
            <p:cNvSpPr/>
            <p:nvPr/>
          </p:nvSpPr>
          <p:spPr>
            <a:xfrm>
              <a:off x="8003100" y="3046371"/>
              <a:ext cx="10630" cy="14418"/>
            </a:xfrm>
            <a:custGeom>
              <a:rect b="b" l="l" r="r" t="t"/>
              <a:pathLst>
                <a:path extrusionOk="0" h="453" w="334">
                  <a:moveTo>
                    <a:pt x="167" y="0"/>
                  </a:moveTo>
                  <a:cubicBezTo>
                    <a:pt x="72" y="0"/>
                    <a:pt x="0" y="71"/>
                    <a:pt x="0" y="167"/>
                  </a:cubicBezTo>
                  <a:lnTo>
                    <a:pt x="0" y="286"/>
                  </a:lnTo>
                  <a:cubicBezTo>
                    <a:pt x="0" y="369"/>
                    <a:pt x="72" y="452"/>
                    <a:pt x="167" y="452"/>
                  </a:cubicBezTo>
                  <a:cubicBezTo>
                    <a:pt x="250" y="452"/>
                    <a:pt x="322" y="369"/>
                    <a:pt x="322" y="286"/>
                  </a:cubicBezTo>
                  <a:lnTo>
                    <a:pt x="322" y="167"/>
                  </a:lnTo>
                  <a:cubicBezTo>
                    <a:pt x="334" y="71"/>
                    <a:pt x="250" y="0"/>
                    <a:pt x="1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53"/>
            <p:cNvSpPr/>
            <p:nvPr/>
          </p:nvSpPr>
          <p:spPr>
            <a:xfrm>
              <a:off x="8272519" y="3105093"/>
              <a:ext cx="10630" cy="14418"/>
            </a:xfrm>
            <a:custGeom>
              <a:rect b="b" l="l" r="r" t="t"/>
              <a:pathLst>
                <a:path extrusionOk="0" h="453" w="334">
                  <a:moveTo>
                    <a:pt x="167" y="0"/>
                  </a:moveTo>
                  <a:cubicBezTo>
                    <a:pt x="84" y="0"/>
                    <a:pt x="1" y="72"/>
                    <a:pt x="1" y="167"/>
                  </a:cubicBezTo>
                  <a:lnTo>
                    <a:pt x="1" y="286"/>
                  </a:lnTo>
                  <a:cubicBezTo>
                    <a:pt x="1" y="370"/>
                    <a:pt x="84" y="453"/>
                    <a:pt x="167" y="453"/>
                  </a:cubicBezTo>
                  <a:cubicBezTo>
                    <a:pt x="263" y="453"/>
                    <a:pt x="334" y="370"/>
                    <a:pt x="334" y="286"/>
                  </a:cubicBezTo>
                  <a:lnTo>
                    <a:pt x="334" y="167"/>
                  </a:lnTo>
                  <a:cubicBezTo>
                    <a:pt x="334" y="72"/>
                    <a:pt x="263" y="0"/>
                    <a:pt x="1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53"/>
            <p:cNvSpPr/>
            <p:nvPr/>
          </p:nvSpPr>
          <p:spPr>
            <a:xfrm>
              <a:off x="8272519" y="3123266"/>
              <a:ext cx="10630" cy="14068"/>
            </a:xfrm>
            <a:custGeom>
              <a:rect b="b" l="l" r="r" t="t"/>
              <a:pathLst>
                <a:path extrusionOk="0" h="442" w="334">
                  <a:moveTo>
                    <a:pt x="167" y="1"/>
                  </a:moveTo>
                  <a:cubicBezTo>
                    <a:pt x="84" y="1"/>
                    <a:pt x="1" y="72"/>
                    <a:pt x="1" y="168"/>
                  </a:cubicBezTo>
                  <a:lnTo>
                    <a:pt x="1" y="287"/>
                  </a:lnTo>
                  <a:cubicBezTo>
                    <a:pt x="1" y="370"/>
                    <a:pt x="84" y="442"/>
                    <a:pt x="167" y="442"/>
                  </a:cubicBezTo>
                  <a:cubicBezTo>
                    <a:pt x="263" y="442"/>
                    <a:pt x="334" y="370"/>
                    <a:pt x="334" y="287"/>
                  </a:cubicBezTo>
                  <a:lnTo>
                    <a:pt x="334" y="168"/>
                  </a:lnTo>
                  <a:cubicBezTo>
                    <a:pt x="334" y="72"/>
                    <a:pt x="263" y="1"/>
                    <a:pt x="1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53"/>
            <p:cNvSpPr/>
            <p:nvPr/>
          </p:nvSpPr>
          <p:spPr>
            <a:xfrm>
              <a:off x="7976174" y="2925108"/>
              <a:ext cx="334666" cy="334634"/>
            </a:xfrm>
            <a:custGeom>
              <a:rect b="b" l="l" r="r" t="t"/>
              <a:pathLst>
                <a:path extrusionOk="0" h="10514" w="10515">
                  <a:moveTo>
                    <a:pt x="5109" y="655"/>
                  </a:moveTo>
                  <a:lnTo>
                    <a:pt x="5109" y="2762"/>
                  </a:lnTo>
                  <a:lnTo>
                    <a:pt x="4704" y="2762"/>
                  </a:lnTo>
                  <a:lnTo>
                    <a:pt x="4704" y="655"/>
                  </a:lnTo>
                  <a:close/>
                  <a:moveTo>
                    <a:pt x="7549" y="655"/>
                  </a:moveTo>
                  <a:lnTo>
                    <a:pt x="7549" y="738"/>
                  </a:lnTo>
                  <a:lnTo>
                    <a:pt x="7549" y="750"/>
                  </a:lnTo>
                  <a:lnTo>
                    <a:pt x="7549" y="1584"/>
                  </a:lnTo>
                  <a:lnTo>
                    <a:pt x="7549" y="1774"/>
                  </a:lnTo>
                  <a:cubicBezTo>
                    <a:pt x="7442" y="1667"/>
                    <a:pt x="7311" y="1572"/>
                    <a:pt x="7157" y="1536"/>
                  </a:cubicBezTo>
                  <a:cubicBezTo>
                    <a:pt x="7122" y="1527"/>
                    <a:pt x="7085" y="1523"/>
                    <a:pt x="7048" y="1523"/>
                  </a:cubicBezTo>
                  <a:cubicBezTo>
                    <a:pt x="6935" y="1523"/>
                    <a:pt x="6818" y="1565"/>
                    <a:pt x="6728" y="1655"/>
                  </a:cubicBezTo>
                  <a:cubicBezTo>
                    <a:pt x="6716" y="1667"/>
                    <a:pt x="6371" y="1965"/>
                    <a:pt x="6811" y="2584"/>
                  </a:cubicBezTo>
                  <a:cubicBezTo>
                    <a:pt x="6859" y="2643"/>
                    <a:pt x="6907" y="2691"/>
                    <a:pt x="6918" y="2762"/>
                  </a:cubicBezTo>
                  <a:lnTo>
                    <a:pt x="5430" y="2762"/>
                  </a:lnTo>
                  <a:lnTo>
                    <a:pt x="5430" y="655"/>
                  </a:lnTo>
                  <a:close/>
                  <a:moveTo>
                    <a:pt x="2359" y="523"/>
                  </a:moveTo>
                  <a:cubicBezTo>
                    <a:pt x="2823" y="523"/>
                    <a:pt x="3485" y="630"/>
                    <a:pt x="3620" y="833"/>
                  </a:cubicBezTo>
                  <a:cubicBezTo>
                    <a:pt x="3644" y="881"/>
                    <a:pt x="3704" y="917"/>
                    <a:pt x="3763" y="917"/>
                  </a:cubicBezTo>
                  <a:lnTo>
                    <a:pt x="4359" y="917"/>
                  </a:lnTo>
                  <a:lnTo>
                    <a:pt x="4359" y="2500"/>
                  </a:lnTo>
                  <a:lnTo>
                    <a:pt x="3954" y="2500"/>
                  </a:lnTo>
                  <a:cubicBezTo>
                    <a:pt x="3894" y="2500"/>
                    <a:pt x="3847" y="2536"/>
                    <a:pt x="3823" y="2560"/>
                  </a:cubicBezTo>
                  <a:cubicBezTo>
                    <a:pt x="3466" y="3024"/>
                    <a:pt x="3275" y="3072"/>
                    <a:pt x="3037" y="3119"/>
                  </a:cubicBezTo>
                  <a:cubicBezTo>
                    <a:pt x="2858" y="3143"/>
                    <a:pt x="2644" y="3191"/>
                    <a:pt x="2358" y="3381"/>
                  </a:cubicBezTo>
                  <a:cubicBezTo>
                    <a:pt x="2174" y="3515"/>
                    <a:pt x="2037" y="3549"/>
                    <a:pt x="1955" y="3549"/>
                  </a:cubicBezTo>
                  <a:cubicBezTo>
                    <a:pt x="1921" y="3549"/>
                    <a:pt x="1896" y="3543"/>
                    <a:pt x="1882" y="3536"/>
                  </a:cubicBezTo>
                  <a:cubicBezTo>
                    <a:pt x="1846" y="3477"/>
                    <a:pt x="1846" y="3417"/>
                    <a:pt x="1846" y="3381"/>
                  </a:cubicBezTo>
                  <a:cubicBezTo>
                    <a:pt x="1882" y="3203"/>
                    <a:pt x="2168" y="3000"/>
                    <a:pt x="2346" y="2905"/>
                  </a:cubicBezTo>
                  <a:cubicBezTo>
                    <a:pt x="2442" y="2858"/>
                    <a:pt x="2466" y="2762"/>
                    <a:pt x="2430" y="2679"/>
                  </a:cubicBezTo>
                  <a:cubicBezTo>
                    <a:pt x="2394" y="2619"/>
                    <a:pt x="2335" y="2596"/>
                    <a:pt x="2263" y="2596"/>
                  </a:cubicBezTo>
                  <a:lnTo>
                    <a:pt x="715" y="2596"/>
                  </a:lnTo>
                  <a:cubicBezTo>
                    <a:pt x="644" y="2596"/>
                    <a:pt x="584" y="2536"/>
                    <a:pt x="584" y="2465"/>
                  </a:cubicBezTo>
                  <a:lnTo>
                    <a:pt x="584" y="2441"/>
                  </a:lnTo>
                  <a:cubicBezTo>
                    <a:pt x="584" y="2369"/>
                    <a:pt x="644" y="2310"/>
                    <a:pt x="715" y="2310"/>
                  </a:cubicBezTo>
                  <a:lnTo>
                    <a:pt x="2132" y="2310"/>
                  </a:lnTo>
                  <a:cubicBezTo>
                    <a:pt x="2215" y="2310"/>
                    <a:pt x="2287" y="2238"/>
                    <a:pt x="2287" y="2143"/>
                  </a:cubicBezTo>
                  <a:cubicBezTo>
                    <a:pt x="2287" y="2060"/>
                    <a:pt x="2215" y="1988"/>
                    <a:pt x="2132" y="1988"/>
                  </a:cubicBezTo>
                  <a:lnTo>
                    <a:pt x="715" y="1988"/>
                  </a:lnTo>
                  <a:lnTo>
                    <a:pt x="441" y="2012"/>
                  </a:lnTo>
                  <a:cubicBezTo>
                    <a:pt x="370" y="2012"/>
                    <a:pt x="310" y="1953"/>
                    <a:pt x="310" y="1881"/>
                  </a:cubicBezTo>
                  <a:lnTo>
                    <a:pt x="310" y="1869"/>
                  </a:lnTo>
                  <a:cubicBezTo>
                    <a:pt x="310" y="1786"/>
                    <a:pt x="370" y="1726"/>
                    <a:pt x="441" y="1726"/>
                  </a:cubicBezTo>
                  <a:lnTo>
                    <a:pt x="2156" y="1726"/>
                  </a:lnTo>
                  <a:cubicBezTo>
                    <a:pt x="2251" y="1726"/>
                    <a:pt x="2323" y="1655"/>
                    <a:pt x="2323" y="1572"/>
                  </a:cubicBezTo>
                  <a:cubicBezTo>
                    <a:pt x="2323" y="1476"/>
                    <a:pt x="2251" y="1405"/>
                    <a:pt x="2156" y="1405"/>
                  </a:cubicBezTo>
                  <a:lnTo>
                    <a:pt x="691" y="1405"/>
                  </a:lnTo>
                  <a:cubicBezTo>
                    <a:pt x="632" y="1393"/>
                    <a:pt x="596" y="1345"/>
                    <a:pt x="596" y="1286"/>
                  </a:cubicBezTo>
                  <a:lnTo>
                    <a:pt x="596" y="1274"/>
                  </a:lnTo>
                  <a:cubicBezTo>
                    <a:pt x="596" y="1191"/>
                    <a:pt x="656" y="1131"/>
                    <a:pt x="727" y="1131"/>
                  </a:cubicBezTo>
                  <a:lnTo>
                    <a:pt x="2156" y="1131"/>
                  </a:lnTo>
                  <a:cubicBezTo>
                    <a:pt x="2239" y="1131"/>
                    <a:pt x="2323" y="1060"/>
                    <a:pt x="2323" y="976"/>
                  </a:cubicBezTo>
                  <a:cubicBezTo>
                    <a:pt x="2323" y="881"/>
                    <a:pt x="2239" y="810"/>
                    <a:pt x="2156" y="810"/>
                  </a:cubicBezTo>
                  <a:lnTo>
                    <a:pt x="1442" y="810"/>
                  </a:lnTo>
                  <a:cubicBezTo>
                    <a:pt x="1370" y="810"/>
                    <a:pt x="1311" y="750"/>
                    <a:pt x="1311" y="679"/>
                  </a:cubicBezTo>
                  <a:lnTo>
                    <a:pt x="1311" y="655"/>
                  </a:lnTo>
                  <a:cubicBezTo>
                    <a:pt x="1311" y="583"/>
                    <a:pt x="1370" y="524"/>
                    <a:pt x="1442" y="524"/>
                  </a:cubicBezTo>
                  <a:lnTo>
                    <a:pt x="2287" y="524"/>
                  </a:lnTo>
                  <a:cubicBezTo>
                    <a:pt x="2310" y="523"/>
                    <a:pt x="2334" y="523"/>
                    <a:pt x="2359" y="523"/>
                  </a:cubicBezTo>
                  <a:close/>
                  <a:moveTo>
                    <a:pt x="8633" y="310"/>
                  </a:moveTo>
                  <a:cubicBezTo>
                    <a:pt x="8704" y="310"/>
                    <a:pt x="8764" y="369"/>
                    <a:pt x="8764" y="452"/>
                  </a:cubicBezTo>
                  <a:lnTo>
                    <a:pt x="8764" y="691"/>
                  </a:lnTo>
                  <a:lnTo>
                    <a:pt x="8764" y="726"/>
                  </a:lnTo>
                  <a:lnTo>
                    <a:pt x="8764" y="1107"/>
                  </a:lnTo>
                  <a:lnTo>
                    <a:pt x="8764" y="1131"/>
                  </a:lnTo>
                  <a:lnTo>
                    <a:pt x="8764" y="2155"/>
                  </a:lnTo>
                  <a:cubicBezTo>
                    <a:pt x="8764" y="2250"/>
                    <a:pt x="8835" y="2322"/>
                    <a:pt x="8931" y="2322"/>
                  </a:cubicBezTo>
                  <a:cubicBezTo>
                    <a:pt x="9014" y="2322"/>
                    <a:pt x="9085" y="2250"/>
                    <a:pt x="9085" y="2155"/>
                  </a:cubicBezTo>
                  <a:lnTo>
                    <a:pt x="9085" y="1012"/>
                  </a:lnTo>
                  <a:lnTo>
                    <a:pt x="9085" y="988"/>
                  </a:lnTo>
                  <a:lnTo>
                    <a:pt x="9085" y="953"/>
                  </a:lnTo>
                  <a:lnTo>
                    <a:pt x="9085" y="702"/>
                  </a:lnTo>
                  <a:cubicBezTo>
                    <a:pt x="9109" y="643"/>
                    <a:pt x="9145" y="595"/>
                    <a:pt x="9204" y="595"/>
                  </a:cubicBezTo>
                  <a:lnTo>
                    <a:pt x="9228" y="595"/>
                  </a:lnTo>
                  <a:cubicBezTo>
                    <a:pt x="9300" y="595"/>
                    <a:pt x="9359" y="655"/>
                    <a:pt x="9359" y="726"/>
                  </a:cubicBezTo>
                  <a:lnTo>
                    <a:pt x="9359" y="1322"/>
                  </a:lnTo>
                  <a:lnTo>
                    <a:pt x="9359" y="1441"/>
                  </a:lnTo>
                  <a:lnTo>
                    <a:pt x="9359" y="2155"/>
                  </a:lnTo>
                  <a:cubicBezTo>
                    <a:pt x="9359" y="2250"/>
                    <a:pt x="9431" y="2322"/>
                    <a:pt x="9526" y="2322"/>
                  </a:cubicBezTo>
                  <a:cubicBezTo>
                    <a:pt x="9609" y="2322"/>
                    <a:pt x="9681" y="2250"/>
                    <a:pt x="9681" y="2155"/>
                  </a:cubicBezTo>
                  <a:lnTo>
                    <a:pt x="9681" y="1441"/>
                  </a:lnTo>
                  <a:cubicBezTo>
                    <a:pt x="9681" y="1369"/>
                    <a:pt x="9740" y="1310"/>
                    <a:pt x="9824" y="1310"/>
                  </a:cubicBezTo>
                  <a:lnTo>
                    <a:pt x="9835" y="1310"/>
                  </a:lnTo>
                  <a:cubicBezTo>
                    <a:pt x="9907" y="1310"/>
                    <a:pt x="9966" y="1369"/>
                    <a:pt x="9966" y="1441"/>
                  </a:cubicBezTo>
                  <a:lnTo>
                    <a:pt x="9966" y="2298"/>
                  </a:lnTo>
                  <a:cubicBezTo>
                    <a:pt x="9978" y="2750"/>
                    <a:pt x="9883" y="3489"/>
                    <a:pt x="9657" y="3620"/>
                  </a:cubicBezTo>
                  <a:cubicBezTo>
                    <a:pt x="9609" y="3643"/>
                    <a:pt x="9585" y="3703"/>
                    <a:pt x="9585" y="3762"/>
                  </a:cubicBezTo>
                  <a:lnTo>
                    <a:pt x="9585" y="4358"/>
                  </a:lnTo>
                  <a:lnTo>
                    <a:pt x="7990" y="4358"/>
                  </a:lnTo>
                  <a:lnTo>
                    <a:pt x="7990" y="3965"/>
                  </a:lnTo>
                  <a:cubicBezTo>
                    <a:pt x="7990" y="3905"/>
                    <a:pt x="7954" y="3858"/>
                    <a:pt x="7930" y="3822"/>
                  </a:cubicBezTo>
                  <a:cubicBezTo>
                    <a:pt x="7466" y="3465"/>
                    <a:pt x="7419" y="3274"/>
                    <a:pt x="7383" y="3036"/>
                  </a:cubicBezTo>
                  <a:cubicBezTo>
                    <a:pt x="7347" y="2858"/>
                    <a:pt x="7299" y="2655"/>
                    <a:pt x="7109" y="2369"/>
                  </a:cubicBezTo>
                  <a:cubicBezTo>
                    <a:pt x="6918" y="2096"/>
                    <a:pt x="6930" y="1941"/>
                    <a:pt x="6966" y="1893"/>
                  </a:cubicBezTo>
                  <a:cubicBezTo>
                    <a:pt x="7026" y="1845"/>
                    <a:pt x="7085" y="1845"/>
                    <a:pt x="7109" y="1845"/>
                  </a:cubicBezTo>
                  <a:cubicBezTo>
                    <a:pt x="7288" y="1893"/>
                    <a:pt x="7502" y="2179"/>
                    <a:pt x="7585" y="2357"/>
                  </a:cubicBezTo>
                  <a:cubicBezTo>
                    <a:pt x="7603" y="2418"/>
                    <a:pt x="7658" y="2460"/>
                    <a:pt x="7718" y="2460"/>
                  </a:cubicBezTo>
                  <a:cubicBezTo>
                    <a:pt x="7741" y="2460"/>
                    <a:pt x="7765" y="2454"/>
                    <a:pt x="7788" y="2441"/>
                  </a:cubicBezTo>
                  <a:cubicBezTo>
                    <a:pt x="7847" y="2417"/>
                    <a:pt x="7871" y="2357"/>
                    <a:pt x="7871" y="2286"/>
                  </a:cubicBezTo>
                  <a:lnTo>
                    <a:pt x="7871" y="2262"/>
                  </a:lnTo>
                  <a:lnTo>
                    <a:pt x="7871" y="1584"/>
                  </a:lnTo>
                  <a:lnTo>
                    <a:pt x="7871" y="750"/>
                  </a:lnTo>
                  <a:lnTo>
                    <a:pt x="7871" y="726"/>
                  </a:lnTo>
                  <a:cubicBezTo>
                    <a:pt x="7871" y="655"/>
                    <a:pt x="7930" y="595"/>
                    <a:pt x="8002" y="595"/>
                  </a:cubicBezTo>
                  <a:lnTo>
                    <a:pt x="8014" y="595"/>
                  </a:lnTo>
                  <a:cubicBezTo>
                    <a:pt x="8097" y="595"/>
                    <a:pt x="8157" y="655"/>
                    <a:pt x="8157" y="726"/>
                  </a:cubicBezTo>
                  <a:lnTo>
                    <a:pt x="8157" y="2143"/>
                  </a:lnTo>
                  <a:cubicBezTo>
                    <a:pt x="8157" y="2238"/>
                    <a:pt x="8228" y="2310"/>
                    <a:pt x="8311" y="2310"/>
                  </a:cubicBezTo>
                  <a:cubicBezTo>
                    <a:pt x="8407" y="2310"/>
                    <a:pt x="8478" y="2238"/>
                    <a:pt x="8478" y="2143"/>
                  </a:cubicBezTo>
                  <a:lnTo>
                    <a:pt x="8478" y="726"/>
                  </a:lnTo>
                  <a:lnTo>
                    <a:pt x="8478" y="452"/>
                  </a:lnTo>
                  <a:cubicBezTo>
                    <a:pt x="8478" y="369"/>
                    <a:pt x="8538" y="310"/>
                    <a:pt x="8609" y="310"/>
                  </a:cubicBezTo>
                  <a:close/>
                  <a:moveTo>
                    <a:pt x="1763" y="2941"/>
                  </a:moveTo>
                  <a:cubicBezTo>
                    <a:pt x="1668" y="3036"/>
                    <a:pt x="1561" y="3179"/>
                    <a:pt x="1537" y="3322"/>
                  </a:cubicBezTo>
                  <a:cubicBezTo>
                    <a:pt x="1501" y="3477"/>
                    <a:pt x="1537" y="3631"/>
                    <a:pt x="1656" y="3750"/>
                  </a:cubicBezTo>
                  <a:cubicBezTo>
                    <a:pt x="1668" y="3774"/>
                    <a:pt x="1763" y="3881"/>
                    <a:pt x="1989" y="3881"/>
                  </a:cubicBezTo>
                  <a:cubicBezTo>
                    <a:pt x="2144" y="3881"/>
                    <a:pt x="2335" y="3834"/>
                    <a:pt x="2573" y="3667"/>
                  </a:cubicBezTo>
                  <a:cubicBezTo>
                    <a:pt x="2632" y="3620"/>
                    <a:pt x="2692" y="3572"/>
                    <a:pt x="2751" y="3560"/>
                  </a:cubicBezTo>
                  <a:lnTo>
                    <a:pt x="2751" y="5048"/>
                  </a:lnTo>
                  <a:lnTo>
                    <a:pt x="656" y="5048"/>
                  </a:lnTo>
                  <a:lnTo>
                    <a:pt x="656" y="2941"/>
                  </a:lnTo>
                  <a:close/>
                  <a:moveTo>
                    <a:pt x="9824" y="4703"/>
                  </a:moveTo>
                  <a:lnTo>
                    <a:pt x="9824" y="5108"/>
                  </a:lnTo>
                  <a:lnTo>
                    <a:pt x="7728" y="5108"/>
                  </a:lnTo>
                  <a:lnTo>
                    <a:pt x="7728" y="4703"/>
                  </a:lnTo>
                  <a:close/>
                  <a:moveTo>
                    <a:pt x="2751" y="5370"/>
                  </a:moveTo>
                  <a:lnTo>
                    <a:pt x="2751" y="5775"/>
                  </a:lnTo>
                  <a:lnTo>
                    <a:pt x="656" y="5775"/>
                  </a:lnTo>
                  <a:lnTo>
                    <a:pt x="656" y="5370"/>
                  </a:lnTo>
                  <a:close/>
                  <a:moveTo>
                    <a:pt x="4359" y="2858"/>
                  </a:moveTo>
                  <a:lnTo>
                    <a:pt x="4359" y="2917"/>
                  </a:lnTo>
                  <a:cubicBezTo>
                    <a:pt x="4359" y="3012"/>
                    <a:pt x="4430" y="3084"/>
                    <a:pt x="4525" y="3084"/>
                  </a:cubicBezTo>
                  <a:lnTo>
                    <a:pt x="7014" y="3084"/>
                  </a:lnTo>
                  <a:lnTo>
                    <a:pt x="7014" y="3096"/>
                  </a:lnTo>
                  <a:cubicBezTo>
                    <a:pt x="7049" y="3369"/>
                    <a:pt x="7109" y="3655"/>
                    <a:pt x="7621" y="4048"/>
                  </a:cubicBezTo>
                  <a:lnTo>
                    <a:pt x="7621" y="4370"/>
                  </a:lnTo>
                  <a:lnTo>
                    <a:pt x="7561" y="4370"/>
                  </a:lnTo>
                  <a:cubicBezTo>
                    <a:pt x="7466" y="4370"/>
                    <a:pt x="7395" y="4441"/>
                    <a:pt x="7395" y="4524"/>
                  </a:cubicBezTo>
                  <a:lnTo>
                    <a:pt x="7395" y="7013"/>
                  </a:lnTo>
                  <a:lnTo>
                    <a:pt x="7383" y="7013"/>
                  </a:lnTo>
                  <a:cubicBezTo>
                    <a:pt x="7109" y="7060"/>
                    <a:pt x="6823" y="7120"/>
                    <a:pt x="6430" y="7620"/>
                  </a:cubicBezTo>
                  <a:lnTo>
                    <a:pt x="6121" y="7620"/>
                  </a:lnTo>
                  <a:lnTo>
                    <a:pt x="6121" y="7560"/>
                  </a:lnTo>
                  <a:cubicBezTo>
                    <a:pt x="6121" y="7477"/>
                    <a:pt x="6037" y="7406"/>
                    <a:pt x="5954" y="7406"/>
                  </a:cubicBezTo>
                  <a:lnTo>
                    <a:pt x="3466" y="7406"/>
                  </a:lnTo>
                  <a:lnTo>
                    <a:pt x="3466" y="7382"/>
                  </a:lnTo>
                  <a:cubicBezTo>
                    <a:pt x="3418" y="7120"/>
                    <a:pt x="3358" y="6834"/>
                    <a:pt x="2858" y="6429"/>
                  </a:cubicBezTo>
                  <a:lnTo>
                    <a:pt x="2858" y="6120"/>
                  </a:lnTo>
                  <a:lnTo>
                    <a:pt x="2918" y="6120"/>
                  </a:lnTo>
                  <a:cubicBezTo>
                    <a:pt x="3001" y="6120"/>
                    <a:pt x="3085" y="6048"/>
                    <a:pt x="3085" y="5953"/>
                  </a:cubicBezTo>
                  <a:lnTo>
                    <a:pt x="3085" y="3477"/>
                  </a:lnTo>
                  <a:lnTo>
                    <a:pt x="3097" y="3477"/>
                  </a:lnTo>
                  <a:cubicBezTo>
                    <a:pt x="3358" y="3429"/>
                    <a:pt x="3644" y="3369"/>
                    <a:pt x="4049" y="2858"/>
                  </a:cubicBezTo>
                  <a:close/>
                  <a:moveTo>
                    <a:pt x="5787" y="7727"/>
                  </a:moveTo>
                  <a:lnTo>
                    <a:pt x="5787" y="9823"/>
                  </a:lnTo>
                  <a:lnTo>
                    <a:pt x="5383" y="9823"/>
                  </a:lnTo>
                  <a:lnTo>
                    <a:pt x="5383" y="7727"/>
                  </a:lnTo>
                  <a:close/>
                  <a:moveTo>
                    <a:pt x="8490" y="6933"/>
                  </a:moveTo>
                  <a:cubicBezTo>
                    <a:pt x="8530" y="6933"/>
                    <a:pt x="8558" y="6942"/>
                    <a:pt x="8573" y="6953"/>
                  </a:cubicBezTo>
                  <a:cubicBezTo>
                    <a:pt x="8621" y="7013"/>
                    <a:pt x="8621" y="7072"/>
                    <a:pt x="8621" y="7108"/>
                  </a:cubicBezTo>
                  <a:cubicBezTo>
                    <a:pt x="8573" y="7287"/>
                    <a:pt x="8288" y="7489"/>
                    <a:pt x="8109" y="7584"/>
                  </a:cubicBezTo>
                  <a:cubicBezTo>
                    <a:pt x="8026" y="7620"/>
                    <a:pt x="7990" y="7727"/>
                    <a:pt x="8038" y="7799"/>
                  </a:cubicBezTo>
                  <a:cubicBezTo>
                    <a:pt x="8061" y="7858"/>
                    <a:pt x="8121" y="7894"/>
                    <a:pt x="8204" y="7894"/>
                  </a:cubicBezTo>
                  <a:lnTo>
                    <a:pt x="9740" y="7894"/>
                  </a:lnTo>
                  <a:cubicBezTo>
                    <a:pt x="9824" y="7894"/>
                    <a:pt x="9883" y="7953"/>
                    <a:pt x="9883" y="8025"/>
                  </a:cubicBezTo>
                  <a:lnTo>
                    <a:pt x="9883" y="8037"/>
                  </a:lnTo>
                  <a:cubicBezTo>
                    <a:pt x="9883" y="8120"/>
                    <a:pt x="9824" y="8180"/>
                    <a:pt x="9740" y="8180"/>
                  </a:cubicBezTo>
                  <a:lnTo>
                    <a:pt x="8335" y="8180"/>
                  </a:lnTo>
                  <a:cubicBezTo>
                    <a:pt x="8240" y="8180"/>
                    <a:pt x="8169" y="8251"/>
                    <a:pt x="8169" y="8334"/>
                  </a:cubicBezTo>
                  <a:cubicBezTo>
                    <a:pt x="8169" y="8430"/>
                    <a:pt x="8240" y="8501"/>
                    <a:pt x="8335" y="8501"/>
                  </a:cubicBezTo>
                  <a:lnTo>
                    <a:pt x="10026" y="8501"/>
                  </a:lnTo>
                  <a:cubicBezTo>
                    <a:pt x="10034" y="8500"/>
                    <a:pt x="10043" y="8499"/>
                    <a:pt x="10051" y="8499"/>
                  </a:cubicBezTo>
                  <a:cubicBezTo>
                    <a:pt x="10121" y="8499"/>
                    <a:pt x="10169" y="8545"/>
                    <a:pt x="10169" y="8620"/>
                  </a:cubicBezTo>
                  <a:cubicBezTo>
                    <a:pt x="10169" y="8692"/>
                    <a:pt x="10097" y="8751"/>
                    <a:pt x="10026" y="8751"/>
                  </a:cubicBezTo>
                  <a:lnTo>
                    <a:pt x="8311" y="8751"/>
                  </a:lnTo>
                  <a:cubicBezTo>
                    <a:pt x="8228" y="8751"/>
                    <a:pt x="8157" y="8834"/>
                    <a:pt x="8157" y="8918"/>
                  </a:cubicBezTo>
                  <a:cubicBezTo>
                    <a:pt x="8157" y="9013"/>
                    <a:pt x="8228" y="9084"/>
                    <a:pt x="8311" y="9084"/>
                  </a:cubicBezTo>
                  <a:lnTo>
                    <a:pt x="9776" y="9084"/>
                  </a:lnTo>
                  <a:cubicBezTo>
                    <a:pt x="9835" y="9096"/>
                    <a:pt x="9883" y="9144"/>
                    <a:pt x="9883" y="9204"/>
                  </a:cubicBezTo>
                  <a:lnTo>
                    <a:pt x="9883" y="9215"/>
                  </a:lnTo>
                  <a:cubicBezTo>
                    <a:pt x="9883" y="9287"/>
                    <a:pt x="9824" y="9346"/>
                    <a:pt x="9752" y="9346"/>
                  </a:cubicBezTo>
                  <a:lnTo>
                    <a:pt x="8323" y="9346"/>
                  </a:lnTo>
                  <a:cubicBezTo>
                    <a:pt x="8228" y="9346"/>
                    <a:pt x="8157" y="9430"/>
                    <a:pt x="8157" y="9513"/>
                  </a:cubicBezTo>
                  <a:cubicBezTo>
                    <a:pt x="8157" y="9608"/>
                    <a:pt x="8228" y="9680"/>
                    <a:pt x="8323" y="9680"/>
                  </a:cubicBezTo>
                  <a:lnTo>
                    <a:pt x="9038" y="9680"/>
                  </a:lnTo>
                  <a:cubicBezTo>
                    <a:pt x="9109" y="9680"/>
                    <a:pt x="9169" y="9739"/>
                    <a:pt x="9169" y="9811"/>
                  </a:cubicBezTo>
                  <a:lnTo>
                    <a:pt x="9169" y="9823"/>
                  </a:lnTo>
                  <a:cubicBezTo>
                    <a:pt x="9169" y="9906"/>
                    <a:pt x="9109" y="9966"/>
                    <a:pt x="9038" y="9966"/>
                  </a:cubicBezTo>
                  <a:lnTo>
                    <a:pt x="8181" y="9966"/>
                  </a:lnTo>
                  <a:cubicBezTo>
                    <a:pt x="8151" y="9967"/>
                    <a:pt x="8120" y="9967"/>
                    <a:pt x="8088" y="9967"/>
                  </a:cubicBezTo>
                  <a:cubicBezTo>
                    <a:pt x="7740" y="9967"/>
                    <a:pt x="7288" y="9907"/>
                    <a:pt x="7026" y="9787"/>
                  </a:cubicBezTo>
                  <a:lnTo>
                    <a:pt x="7014" y="9763"/>
                  </a:lnTo>
                  <a:cubicBezTo>
                    <a:pt x="6978" y="9727"/>
                    <a:pt x="6930" y="9704"/>
                    <a:pt x="6895" y="9704"/>
                  </a:cubicBezTo>
                  <a:cubicBezTo>
                    <a:pt x="6871" y="9692"/>
                    <a:pt x="6859" y="9680"/>
                    <a:pt x="6847" y="9644"/>
                  </a:cubicBezTo>
                  <a:cubicBezTo>
                    <a:pt x="6811" y="9608"/>
                    <a:pt x="6752" y="9573"/>
                    <a:pt x="6692" y="9573"/>
                  </a:cubicBezTo>
                  <a:lnTo>
                    <a:pt x="6097" y="9573"/>
                  </a:lnTo>
                  <a:lnTo>
                    <a:pt x="6097" y="7977"/>
                  </a:lnTo>
                  <a:lnTo>
                    <a:pt x="6502" y="7977"/>
                  </a:lnTo>
                  <a:cubicBezTo>
                    <a:pt x="6561" y="7977"/>
                    <a:pt x="6609" y="7953"/>
                    <a:pt x="6633" y="7918"/>
                  </a:cubicBezTo>
                  <a:cubicBezTo>
                    <a:pt x="6990" y="7453"/>
                    <a:pt x="7192" y="7418"/>
                    <a:pt x="7430" y="7370"/>
                  </a:cubicBezTo>
                  <a:cubicBezTo>
                    <a:pt x="7609" y="7334"/>
                    <a:pt x="7811" y="7299"/>
                    <a:pt x="8097" y="7108"/>
                  </a:cubicBezTo>
                  <a:cubicBezTo>
                    <a:pt x="8274" y="6972"/>
                    <a:pt x="8407" y="6933"/>
                    <a:pt x="8490" y="6933"/>
                  </a:cubicBezTo>
                  <a:close/>
                  <a:moveTo>
                    <a:pt x="2501" y="6132"/>
                  </a:moveTo>
                  <a:lnTo>
                    <a:pt x="2501" y="6537"/>
                  </a:lnTo>
                  <a:cubicBezTo>
                    <a:pt x="2501" y="6596"/>
                    <a:pt x="2525" y="6644"/>
                    <a:pt x="2561" y="6668"/>
                  </a:cubicBezTo>
                  <a:cubicBezTo>
                    <a:pt x="3025" y="7025"/>
                    <a:pt x="3061" y="7227"/>
                    <a:pt x="3108" y="7465"/>
                  </a:cubicBezTo>
                  <a:cubicBezTo>
                    <a:pt x="3120" y="7501"/>
                    <a:pt x="3120" y="7560"/>
                    <a:pt x="3144" y="7608"/>
                  </a:cubicBezTo>
                  <a:cubicBezTo>
                    <a:pt x="3168" y="7763"/>
                    <a:pt x="3228" y="7918"/>
                    <a:pt x="3382" y="8120"/>
                  </a:cubicBezTo>
                  <a:cubicBezTo>
                    <a:pt x="3597" y="8382"/>
                    <a:pt x="3585" y="8537"/>
                    <a:pt x="3561" y="8596"/>
                  </a:cubicBezTo>
                  <a:cubicBezTo>
                    <a:pt x="3501" y="8632"/>
                    <a:pt x="3442" y="8632"/>
                    <a:pt x="3406" y="8632"/>
                  </a:cubicBezTo>
                  <a:cubicBezTo>
                    <a:pt x="3228" y="8596"/>
                    <a:pt x="3025" y="8311"/>
                    <a:pt x="2930" y="8132"/>
                  </a:cubicBezTo>
                  <a:cubicBezTo>
                    <a:pt x="2896" y="8064"/>
                    <a:pt x="2838" y="8033"/>
                    <a:pt x="2778" y="8033"/>
                  </a:cubicBezTo>
                  <a:cubicBezTo>
                    <a:pt x="2753" y="8033"/>
                    <a:pt x="2728" y="8038"/>
                    <a:pt x="2704" y="8049"/>
                  </a:cubicBezTo>
                  <a:cubicBezTo>
                    <a:pt x="2644" y="8084"/>
                    <a:pt x="2620" y="8144"/>
                    <a:pt x="2620" y="8215"/>
                  </a:cubicBezTo>
                  <a:lnTo>
                    <a:pt x="2620" y="8239"/>
                  </a:lnTo>
                  <a:lnTo>
                    <a:pt x="2620" y="8918"/>
                  </a:lnTo>
                  <a:lnTo>
                    <a:pt x="2620" y="9751"/>
                  </a:lnTo>
                  <a:lnTo>
                    <a:pt x="2620" y="9763"/>
                  </a:lnTo>
                  <a:cubicBezTo>
                    <a:pt x="2620" y="9846"/>
                    <a:pt x="2561" y="9906"/>
                    <a:pt x="2489" y="9906"/>
                  </a:cubicBezTo>
                  <a:lnTo>
                    <a:pt x="2466" y="9906"/>
                  </a:lnTo>
                  <a:cubicBezTo>
                    <a:pt x="2394" y="9906"/>
                    <a:pt x="2335" y="9846"/>
                    <a:pt x="2335" y="9763"/>
                  </a:cubicBezTo>
                  <a:lnTo>
                    <a:pt x="2335" y="8358"/>
                  </a:lnTo>
                  <a:cubicBezTo>
                    <a:pt x="2335" y="8263"/>
                    <a:pt x="2263" y="8191"/>
                    <a:pt x="2168" y="8191"/>
                  </a:cubicBezTo>
                  <a:cubicBezTo>
                    <a:pt x="2085" y="8191"/>
                    <a:pt x="2013" y="8263"/>
                    <a:pt x="2013" y="8358"/>
                  </a:cubicBezTo>
                  <a:lnTo>
                    <a:pt x="2013" y="9763"/>
                  </a:lnTo>
                  <a:lnTo>
                    <a:pt x="2013" y="10049"/>
                  </a:lnTo>
                  <a:cubicBezTo>
                    <a:pt x="2013" y="10120"/>
                    <a:pt x="1954" y="10180"/>
                    <a:pt x="1870" y="10180"/>
                  </a:cubicBezTo>
                  <a:lnTo>
                    <a:pt x="1858" y="10180"/>
                  </a:lnTo>
                  <a:cubicBezTo>
                    <a:pt x="1787" y="10180"/>
                    <a:pt x="1727" y="10120"/>
                    <a:pt x="1727" y="10049"/>
                  </a:cubicBezTo>
                  <a:lnTo>
                    <a:pt x="1727" y="9811"/>
                  </a:lnTo>
                  <a:lnTo>
                    <a:pt x="1727" y="9763"/>
                  </a:lnTo>
                  <a:lnTo>
                    <a:pt x="1727" y="9394"/>
                  </a:lnTo>
                  <a:lnTo>
                    <a:pt x="1727" y="9370"/>
                  </a:lnTo>
                  <a:lnTo>
                    <a:pt x="1727" y="8334"/>
                  </a:lnTo>
                  <a:cubicBezTo>
                    <a:pt x="1727" y="8251"/>
                    <a:pt x="1656" y="8180"/>
                    <a:pt x="1561" y="8180"/>
                  </a:cubicBezTo>
                  <a:cubicBezTo>
                    <a:pt x="1477" y="8180"/>
                    <a:pt x="1394" y="8251"/>
                    <a:pt x="1394" y="8334"/>
                  </a:cubicBezTo>
                  <a:lnTo>
                    <a:pt x="1394" y="9489"/>
                  </a:lnTo>
                  <a:lnTo>
                    <a:pt x="1394" y="9513"/>
                  </a:lnTo>
                  <a:lnTo>
                    <a:pt x="1394" y="9549"/>
                  </a:lnTo>
                  <a:lnTo>
                    <a:pt x="1394" y="9799"/>
                  </a:lnTo>
                  <a:cubicBezTo>
                    <a:pt x="1382" y="9858"/>
                    <a:pt x="1334" y="9906"/>
                    <a:pt x="1275" y="9906"/>
                  </a:cubicBezTo>
                  <a:lnTo>
                    <a:pt x="1263" y="9906"/>
                  </a:lnTo>
                  <a:cubicBezTo>
                    <a:pt x="1192" y="9906"/>
                    <a:pt x="1132" y="9846"/>
                    <a:pt x="1132" y="9763"/>
                  </a:cubicBezTo>
                  <a:lnTo>
                    <a:pt x="1132" y="9168"/>
                  </a:lnTo>
                  <a:lnTo>
                    <a:pt x="1132" y="9049"/>
                  </a:lnTo>
                  <a:lnTo>
                    <a:pt x="1132" y="8334"/>
                  </a:lnTo>
                  <a:cubicBezTo>
                    <a:pt x="1132" y="8251"/>
                    <a:pt x="1061" y="8180"/>
                    <a:pt x="965" y="8180"/>
                  </a:cubicBezTo>
                  <a:cubicBezTo>
                    <a:pt x="882" y="8180"/>
                    <a:pt x="799" y="8251"/>
                    <a:pt x="799" y="8334"/>
                  </a:cubicBezTo>
                  <a:lnTo>
                    <a:pt x="799" y="9049"/>
                  </a:lnTo>
                  <a:cubicBezTo>
                    <a:pt x="799" y="9132"/>
                    <a:pt x="739" y="9192"/>
                    <a:pt x="668" y="9192"/>
                  </a:cubicBezTo>
                  <a:lnTo>
                    <a:pt x="656" y="9192"/>
                  </a:lnTo>
                  <a:cubicBezTo>
                    <a:pt x="584" y="9192"/>
                    <a:pt x="525" y="9132"/>
                    <a:pt x="525" y="9049"/>
                  </a:cubicBezTo>
                  <a:lnTo>
                    <a:pt x="525" y="8203"/>
                  </a:lnTo>
                  <a:cubicBezTo>
                    <a:pt x="501" y="7739"/>
                    <a:pt x="608" y="7013"/>
                    <a:pt x="834" y="6882"/>
                  </a:cubicBezTo>
                  <a:cubicBezTo>
                    <a:pt x="882" y="6846"/>
                    <a:pt x="906" y="6787"/>
                    <a:pt x="906" y="6727"/>
                  </a:cubicBezTo>
                  <a:lnTo>
                    <a:pt x="906" y="6132"/>
                  </a:lnTo>
                  <a:close/>
                  <a:moveTo>
                    <a:pt x="8621" y="0"/>
                  </a:moveTo>
                  <a:cubicBezTo>
                    <a:pt x="8407" y="0"/>
                    <a:pt x="8240" y="143"/>
                    <a:pt x="8181" y="321"/>
                  </a:cubicBezTo>
                  <a:cubicBezTo>
                    <a:pt x="8145" y="298"/>
                    <a:pt x="8085" y="286"/>
                    <a:pt x="8038" y="286"/>
                  </a:cubicBezTo>
                  <a:lnTo>
                    <a:pt x="8026" y="286"/>
                  </a:lnTo>
                  <a:cubicBezTo>
                    <a:pt x="7942" y="286"/>
                    <a:pt x="7859" y="298"/>
                    <a:pt x="7800" y="345"/>
                  </a:cubicBezTo>
                  <a:lnTo>
                    <a:pt x="4549" y="345"/>
                  </a:lnTo>
                  <a:cubicBezTo>
                    <a:pt x="4466" y="345"/>
                    <a:pt x="4394" y="417"/>
                    <a:pt x="4394" y="512"/>
                  </a:cubicBezTo>
                  <a:lnTo>
                    <a:pt x="4394" y="619"/>
                  </a:lnTo>
                  <a:lnTo>
                    <a:pt x="3870" y="619"/>
                  </a:lnTo>
                  <a:cubicBezTo>
                    <a:pt x="3704" y="441"/>
                    <a:pt x="3418" y="321"/>
                    <a:pt x="2977" y="262"/>
                  </a:cubicBezTo>
                  <a:cubicBezTo>
                    <a:pt x="2632" y="214"/>
                    <a:pt x="2335" y="214"/>
                    <a:pt x="2311" y="214"/>
                  </a:cubicBezTo>
                  <a:lnTo>
                    <a:pt x="1453" y="214"/>
                  </a:lnTo>
                  <a:cubicBezTo>
                    <a:pt x="1203" y="214"/>
                    <a:pt x="1001" y="417"/>
                    <a:pt x="1001" y="679"/>
                  </a:cubicBezTo>
                  <a:lnTo>
                    <a:pt x="1001" y="691"/>
                  </a:lnTo>
                  <a:cubicBezTo>
                    <a:pt x="1001" y="738"/>
                    <a:pt x="1001" y="774"/>
                    <a:pt x="1013" y="822"/>
                  </a:cubicBezTo>
                  <a:lnTo>
                    <a:pt x="739" y="822"/>
                  </a:lnTo>
                  <a:cubicBezTo>
                    <a:pt x="489" y="822"/>
                    <a:pt x="287" y="1036"/>
                    <a:pt x="287" y="1286"/>
                  </a:cubicBezTo>
                  <a:lnTo>
                    <a:pt x="287" y="1298"/>
                  </a:lnTo>
                  <a:cubicBezTo>
                    <a:pt x="287" y="1357"/>
                    <a:pt x="299" y="1405"/>
                    <a:pt x="310" y="1453"/>
                  </a:cubicBezTo>
                  <a:cubicBezTo>
                    <a:pt x="132" y="1512"/>
                    <a:pt x="1" y="1691"/>
                    <a:pt x="1" y="1881"/>
                  </a:cubicBezTo>
                  <a:lnTo>
                    <a:pt x="1" y="1893"/>
                  </a:lnTo>
                  <a:cubicBezTo>
                    <a:pt x="1" y="2107"/>
                    <a:pt x="132" y="2262"/>
                    <a:pt x="310" y="2322"/>
                  </a:cubicBezTo>
                  <a:cubicBezTo>
                    <a:pt x="299" y="2369"/>
                    <a:pt x="287" y="2429"/>
                    <a:pt x="287" y="2477"/>
                  </a:cubicBezTo>
                  <a:lnTo>
                    <a:pt x="287" y="2488"/>
                  </a:lnTo>
                  <a:cubicBezTo>
                    <a:pt x="287" y="2560"/>
                    <a:pt x="299" y="2655"/>
                    <a:pt x="346" y="2715"/>
                  </a:cubicBezTo>
                  <a:lnTo>
                    <a:pt x="346" y="5953"/>
                  </a:lnTo>
                  <a:cubicBezTo>
                    <a:pt x="346" y="6048"/>
                    <a:pt x="418" y="6120"/>
                    <a:pt x="501" y="6120"/>
                  </a:cubicBezTo>
                  <a:lnTo>
                    <a:pt x="608" y="6120"/>
                  </a:lnTo>
                  <a:lnTo>
                    <a:pt x="608" y="6644"/>
                  </a:lnTo>
                  <a:cubicBezTo>
                    <a:pt x="430" y="6810"/>
                    <a:pt x="310" y="7084"/>
                    <a:pt x="251" y="7537"/>
                  </a:cubicBezTo>
                  <a:cubicBezTo>
                    <a:pt x="203" y="7882"/>
                    <a:pt x="203" y="8180"/>
                    <a:pt x="203" y="8203"/>
                  </a:cubicBezTo>
                  <a:lnTo>
                    <a:pt x="203" y="9049"/>
                  </a:lnTo>
                  <a:cubicBezTo>
                    <a:pt x="203" y="9311"/>
                    <a:pt x="418" y="9513"/>
                    <a:pt x="668" y="9513"/>
                  </a:cubicBezTo>
                  <a:lnTo>
                    <a:pt x="680" y="9513"/>
                  </a:lnTo>
                  <a:cubicBezTo>
                    <a:pt x="727" y="9513"/>
                    <a:pt x="775" y="9513"/>
                    <a:pt x="822" y="9501"/>
                  </a:cubicBezTo>
                  <a:lnTo>
                    <a:pt x="822" y="9763"/>
                  </a:lnTo>
                  <a:cubicBezTo>
                    <a:pt x="822" y="10025"/>
                    <a:pt x="1025" y="10227"/>
                    <a:pt x="1275" y="10227"/>
                  </a:cubicBezTo>
                  <a:lnTo>
                    <a:pt x="1299" y="10227"/>
                  </a:lnTo>
                  <a:cubicBezTo>
                    <a:pt x="1358" y="10227"/>
                    <a:pt x="1394" y="10216"/>
                    <a:pt x="1442" y="10204"/>
                  </a:cubicBezTo>
                  <a:cubicBezTo>
                    <a:pt x="1501" y="10382"/>
                    <a:pt x="1680" y="10513"/>
                    <a:pt x="1870" y="10513"/>
                  </a:cubicBezTo>
                  <a:lnTo>
                    <a:pt x="1894" y="10513"/>
                  </a:lnTo>
                  <a:cubicBezTo>
                    <a:pt x="2096" y="10513"/>
                    <a:pt x="2263" y="10382"/>
                    <a:pt x="2323" y="10204"/>
                  </a:cubicBezTo>
                  <a:cubicBezTo>
                    <a:pt x="2370" y="10216"/>
                    <a:pt x="2430" y="10227"/>
                    <a:pt x="2466" y="10227"/>
                  </a:cubicBezTo>
                  <a:lnTo>
                    <a:pt x="2489" y="10227"/>
                  </a:lnTo>
                  <a:cubicBezTo>
                    <a:pt x="2561" y="10227"/>
                    <a:pt x="2644" y="10216"/>
                    <a:pt x="2704" y="10168"/>
                  </a:cubicBezTo>
                  <a:lnTo>
                    <a:pt x="3323" y="10168"/>
                  </a:lnTo>
                  <a:cubicBezTo>
                    <a:pt x="3406" y="10168"/>
                    <a:pt x="3478" y="10096"/>
                    <a:pt x="3478" y="10001"/>
                  </a:cubicBezTo>
                  <a:cubicBezTo>
                    <a:pt x="3478" y="9918"/>
                    <a:pt x="3406" y="9846"/>
                    <a:pt x="3323" y="9846"/>
                  </a:cubicBezTo>
                  <a:lnTo>
                    <a:pt x="2942" y="9846"/>
                  </a:lnTo>
                  <a:lnTo>
                    <a:pt x="2942" y="9763"/>
                  </a:lnTo>
                  <a:lnTo>
                    <a:pt x="2942" y="9751"/>
                  </a:lnTo>
                  <a:lnTo>
                    <a:pt x="2942" y="8918"/>
                  </a:lnTo>
                  <a:lnTo>
                    <a:pt x="2942" y="8727"/>
                  </a:lnTo>
                  <a:cubicBezTo>
                    <a:pt x="3049" y="8834"/>
                    <a:pt x="3180" y="8930"/>
                    <a:pt x="3335" y="8965"/>
                  </a:cubicBezTo>
                  <a:cubicBezTo>
                    <a:pt x="3358" y="8977"/>
                    <a:pt x="3406" y="8977"/>
                    <a:pt x="3442" y="8977"/>
                  </a:cubicBezTo>
                  <a:cubicBezTo>
                    <a:pt x="3561" y="8977"/>
                    <a:pt x="3656" y="8930"/>
                    <a:pt x="3763" y="8858"/>
                  </a:cubicBezTo>
                  <a:cubicBezTo>
                    <a:pt x="3775" y="8846"/>
                    <a:pt x="4120" y="8549"/>
                    <a:pt x="3680" y="7941"/>
                  </a:cubicBezTo>
                  <a:cubicBezTo>
                    <a:pt x="3632" y="7882"/>
                    <a:pt x="3585" y="7822"/>
                    <a:pt x="3573" y="7763"/>
                  </a:cubicBezTo>
                  <a:lnTo>
                    <a:pt x="5061" y="7763"/>
                  </a:lnTo>
                  <a:lnTo>
                    <a:pt x="5061" y="9858"/>
                  </a:lnTo>
                  <a:lnTo>
                    <a:pt x="3835" y="9858"/>
                  </a:lnTo>
                  <a:cubicBezTo>
                    <a:pt x="3751" y="9858"/>
                    <a:pt x="3680" y="9930"/>
                    <a:pt x="3680" y="10025"/>
                  </a:cubicBezTo>
                  <a:cubicBezTo>
                    <a:pt x="3680" y="10108"/>
                    <a:pt x="3751" y="10180"/>
                    <a:pt x="3835" y="10180"/>
                  </a:cubicBezTo>
                  <a:lnTo>
                    <a:pt x="5966" y="10180"/>
                  </a:lnTo>
                  <a:cubicBezTo>
                    <a:pt x="6061" y="10180"/>
                    <a:pt x="6133" y="10108"/>
                    <a:pt x="6133" y="10025"/>
                  </a:cubicBezTo>
                  <a:lnTo>
                    <a:pt x="6133" y="9918"/>
                  </a:lnTo>
                  <a:lnTo>
                    <a:pt x="6657" y="9918"/>
                  </a:lnTo>
                  <a:cubicBezTo>
                    <a:pt x="6811" y="10096"/>
                    <a:pt x="7097" y="10216"/>
                    <a:pt x="7549" y="10275"/>
                  </a:cubicBezTo>
                  <a:cubicBezTo>
                    <a:pt x="7811" y="10323"/>
                    <a:pt x="8061" y="10323"/>
                    <a:pt x="8169" y="10323"/>
                  </a:cubicBezTo>
                  <a:lnTo>
                    <a:pt x="9062" y="10323"/>
                  </a:lnTo>
                  <a:cubicBezTo>
                    <a:pt x="9312" y="10323"/>
                    <a:pt x="9526" y="10108"/>
                    <a:pt x="9526" y="9858"/>
                  </a:cubicBezTo>
                  <a:lnTo>
                    <a:pt x="9526" y="9846"/>
                  </a:lnTo>
                  <a:cubicBezTo>
                    <a:pt x="9526" y="9799"/>
                    <a:pt x="9526" y="9751"/>
                    <a:pt x="9514" y="9704"/>
                  </a:cubicBezTo>
                  <a:lnTo>
                    <a:pt x="9776" y="9704"/>
                  </a:lnTo>
                  <a:cubicBezTo>
                    <a:pt x="10026" y="9704"/>
                    <a:pt x="10240" y="9501"/>
                    <a:pt x="10240" y="9251"/>
                  </a:cubicBezTo>
                  <a:lnTo>
                    <a:pt x="10240" y="9227"/>
                  </a:lnTo>
                  <a:cubicBezTo>
                    <a:pt x="10240" y="9168"/>
                    <a:pt x="10228" y="9132"/>
                    <a:pt x="10205" y="9084"/>
                  </a:cubicBezTo>
                  <a:cubicBezTo>
                    <a:pt x="10383" y="9025"/>
                    <a:pt x="10514" y="8846"/>
                    <a:pt x="10514" y="8656"/>
                  </a:cubicBezTo>
                  <a:lnTo>
                    <a:pt x="10514" y="8632"/>
                  </a:lnTo>
                  <a:cubicBezTo>
                    <a:pt x="10502" y="8418"/>
                    <a:pt x="10371" y="8239"/>
                    <a:pt x="10193" y="8180"/>
                  </a:cubicBezTo>
                  <a:cubicBezTo>
                    <a:pt x="10205" y="8132"/>
                    <a:pt x="10228" y="8072"/>
                    <a:pt x="10228" y="8025"/>
                  </a:cubicBezTo>
                  <a:lnTo>
                    <a:pt x="10228" y="8013"/>
                  </a:lnTo>
                  <a:cubicBezTo>
                    <a:pt x="10228" y="7941"/>
                    <a:pt x="10205" y="7846"/>
                    <a:pt x="10169" y="7787"/>
                  </a:cubicBezTo>
                  <a:lnTo>
                    <a:pt x="10169" y="6263"/>
                  </a:lnTo>
                  <a:cubicBezTo>
                    <a:pt x="10169" y="6179"/>
                    <a:pt x="10086" y="6108"/>
                    <a:pt x="10002" y="6108"/>
                  </a:cubicBezTo>
                  <a:cubicBezTo>
                    <a:pt x="9907" y="6108"/>
                    <a:pt x="9835" y="6179"/>
                    <a:pt x="9835" y="6263"/>
                  </a:cubicBezTo>
                  <a:lnTo>
                    <a:pt x="9835" y="7560"/>
                  </a:lnTo>
                  <a:lnTo>
                    <a:pt x="8716" y="7560"/>
                  </a:lnTo>
                  <a:cubicBezTo>
                    <a:pt x="8823" y="7453"/>
                    <a:pt x="8931" y="7322"/>
                    <a:pt x="8954" y="7179"/>
                  </a:cubicBezTo>
                  <a:cubicBezTo>
                    <a:pt x="8990" y="7025"/>
                    <a:pt x="8954" y="6858"/>
                    <a:pt x="8835" y="6751"/>
                  </a:cubicBezTo>
                  <a:cubicBezTo>
                    <a:pt x="8828" y="6736"/>
                    <a:pt x="8715" y="6608"/>
                    <a:pt x="8492" y="6608"/>
                  </a:cubicBezTo>
                  <a:cubicBezTo>
                    <a:pt x="8347" y="6608"/>
                    <a:pt x="8157" y="6661"/>
                    <a:pt x="7919" y="6834"/>
                  </a:cubicBezTo>
                  <a:cubicBezTo>
                    <a:pt x="7859" y="6882"/>
                    <a:pt x="7800" y="6929"/>
                    <a:pt x="7740" y="6941"/>
                  </a:cubicBezTo>
                  <a:lnTo>
                    <a:pt x="7740" y="5453"/>
                  </a:lnTo>
                  <a:lnTo>
                    <a:pt x="9835" y="5453"/>
                  </a:lnTo>
                  <a:lnTo>
                    <a:pt x="9835" y="5703"/>
                  </a:lnTo>
                  <a:cubicBezTo>
                    <a:pt x="9835" y="5798"/>
                    <a:pt x="9907" y="5870"/>
                    <a:pt x="10002" y="5870"/>
                  </a:cubicBezTo>
                  <a:cubicBezTo>
                    <a:pt x="10086" y="5870"/>
                    <a:pt x="10169" y="5798"/>
                    <a:pt x="10169" y="5703"/>
                  </a:cubicBezTo>
                  <a:lnTo>
                    <a:pt x="10169" y="4560"/>
                  </a:lnTo>
                  <a:cubicBezTo>
                    <a:pt x="10169" y="4465"/>
                    <a:pt x="10086" y="4393"/>
                    <a:pt x="10002" y="4393"/>
                  </a:cubicBezTo>
                  <a:lnTo>
                    <a:pt x="9895" y="4393"/>
                  </a:lnTo>
                  <a:lnTo>
                    <a:pt x="9895" y="3870"/>
                  </a:lnTo>
                  <a:cubicBezTo>
                    <a:pt x="10074" y="3715"/>
                    <a:pt x="10193" y="3429"/>
                    <a:pt x="10252" y="2977"/>
                  </a:cubicBezTo>
                  <a:cubicBezTo>
                    <a:pt x="10300" y="2643"/>
                    <a:pt x="10300" y="2346"/>
                    <a:pt x="10300" y="2310"/>
                  </a:cubicBezTo>
                  <a:lnTo>
                    <a:pt x="10300" y="1464"/>
                  </a:lnTo>
                  <a:cubicBezTo>
                    <a:pt x="10300" y="1203"/>
                    <a:pt x="10086" y="1000"/>
                    <a:pt x="9835" y="1000"/>
                  </a:cubicBezTo>
                  <a:lnTo>
                    <a:pt x="9824" y="1000"/>
                  </a:lnTo>
                  <a:cubicBezTo>
                    <a:pt x="9776" y="1000"/>
                    <a:pt x="9728" y="1000"/>
                    <a:pt x="9693" y="1012"/>
                  </a:cubicBezTo>
                  <a:lnTo>
                    <a:pt x="9693" y="750"/>
                  </a:lnTo>
                  <a:cubicBezTo>
                    <a:pt x="9693" y="500"/>
                    <a:pt x="9478" y="286"/>
                    <a:pt x="9228" y="286"/>
                  </a:cubicBezTo>
                  <a:lnTo>
                    <a:pt x="9216" y="286"/>
                  </a:lnTo>
                  <a:cubicBezTo>
                    <a:pt x="9157" y="286"/>
                    <a:pt x="9109" y="298"/>
                    <a:pt x="9062" y="321"/>
                  </a:cubicBezTo>
                  <a:cubicBezTo>
                    <a:pt x="9002" y="143"/>
                    <a:pt x="8823" y="0"/>
                    <a:pt x="86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53"/>
            <p:cNvSpPr/>
            <p:nvPr/>
          </p:nvSpPr>
          <p:spPr>
            <a:xfrm>
              <a:off x="8116024" y="3221804"/>
              <a:ext cx="14036" cy="10280"/>
            </a:xfrm>
            <a:custGeom>
              <a:rect b="b" l="l" r="r" t="t"/>
              <a:pathLst>
                <a:path extrusionOk="0" h="323" w="441">
                  <a:moveTo>
                    <a:pt x="155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51"/>
                    <a:pt x="72" y="322"/>
                    <a:pt x="155" y="322"/>
                  </a:cubicBezTo>
                  <a:lnTo>
                    <a:pt x="274" y="322"/>
                  </a:lnTo>
                  <a:cubicBezTo>
                    <a:pt x="369" y="322"/>
                    <a:pt x="441" y="251"/>
                    <a:pt x="441" y="167"/>
                  </a:cubicBezTo>
                  <a:cubicBezTo>
                    <a:pt x="441" y="72"/>
                    <a:pt x="369" y="1"/>
                    <a:pt x="2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53"/>
            <p:cNvSpPr/>
            <p:nvPr/>
          </p:nvSpPr>
          <p:spPr>
            <a:xfrm>
              <a:off x="8097818" y="3221804"/>
              <a:ext cx="14068" cy="10280"/>
            </a:xfrm>
            <a:custGeom>
              <a:rect b="b" l="l" r="r" t="t"/>
              <a:pathLst>
                <a:path extrusionOk="0" h="323" w="442">
                  <a:moveTo>
                    <a:pt x="168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22"/>
                    <a:pt x="168" y="322"/>
                  </a:cubicBezTo>
                  <a:lnTo>
                    <a:pt x="287" y="322"/>
                  </a:lnTo>
                  <a:cubicBezTo>
                    <a:pt x="370" y="322"/>
                    <a:pt x="441" y="251"/>
                    <a:pt x="441" y="167"/>
                  </a:cubicBezTo>
                  <a:cubicBezTo>
                    <a:pt x="441" y="72"/>
                    <a:pt x="370" y="1"/>
                    <a:pt x="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53"/>
            <p:cNvSpPr/>
            <p:nvPr/>
          </p:nvSpPr>
          <p:spPr>
            <a:xfrm>
              <a:off x="8156190" y="2951621"/>
              <a:ext cx="14036" cy="10630"/>
            </a:xfrm>
            <a:custGeom>
              <a:rect b="b" l="l" r="r" t="t"/>
              <a:pathLst>
                <a:path extrusionOk="0" h="334" w="441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62"/>
                    <a:pt x="72" y="334"/>
                    <a:pt x="167" y="334"/>
                  </a:cubicBezTo>
                  <a:lnTo>
                    <a:pt x="286" y="334"/>
                  </a:lnTo>
                  <a:cubicBezTo>
                    <a:pt x="369" y="334"/>
                    <a:pt x="441" y="262"/>
                    <a:pt x="441" y="167"/>
                  </a:cubicBezTo>
                  <a:cubicBezTo>
                    <a:pt x="441" y="72"/>
                    <a:pt x="369" y="0"/>
                    <a:pt x="2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53"/>
            <p:cNvSpPr/>
            <p:nvPr/>
          </p:nvSpPr>
          <p:spPr>
            <a:xfrm>
              <a:off x="8173982" y="2952385"/>
              <a:ext cx="14450" cy="10248"/>
            </a:xfrm>
            <a:custGeom>
              <a:rect b="b" l="l" r="r" t="t"/>
              <a:pathLst>
                <a:path extrusionOk="0" h="322" w="454">
                  <a:moveTo>
                    <a:pt x="168" y="0"/>
                  </a:moveTo>
                  <a:cubicBezTo>
                    <a:pt x="84" y="0"/>
                    <a:pt x="1" y="72"/>
                    <a:pt x="1" y="155"/>
                  </a:cubicBezTo>
                  <a:cubicBezTo>
                    <a:pt x="1" y="250"/>
                    <a:pt x="84" y="322"/>
                    <a:pt x="168" y="322"/>
                  </a:cubicBezTo>
                  <a:lnTo>
                    <a:pt x="287" y="322"/>
                  </a:lnTo>
                  <a:cubicBezTo>
                    <a:pt x="382" y="322"/>
                    <a:pt x="453" y="250"/>
                    <a:pt x="453" y="155"/>
                  </a:cubicBezTo>
                  <a:cubicBezTo>
                    <a:pt x="453" y="72"/>
                    <a:pt x="382" y="0"/>
                    <a:pt x="2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7" name="Google Shape;377;p53"/>
          <p:cNvGrpSpPr/>
          <p:nvPr/>
        </p:nvGrpSpPr>
        <p:grpSpPr>
          <a:xfrm>
            <a:off x="1056137" y="2955788"/>
            <a:ext cx="331611" cy="331674"/>
            <a:chOff x="5774124" y="4294550"/>
            <a:chExt cx="331611" cy="331674"/>
          </a:xfrm>
        </p:grpSpPr>
        <p:sp>
          <p:nvSpPr>
            <p:cNvPr id="378" name="Google Shape;378;p53"/>
            <p:cNvSpPr/>
            <p:nvPr/>
          </p:nvSpPr>
          <p:spPr>
            <a:xfrm>
              <a:off x="5774124" y="4419664"/>
              <a:ext cx="331611" cy="206560"/>
            </a:xfrm>
            <a:custGeom>
              <a:rect b="b" l="l" r="r" t="t"/>
              <a:pathLst>
                <a:path extrusionOk="0" h="6490" w="10419">
                  <a:moveTo>
                    <a:pt x="2751" y="2905"/>
                  </a:moveTo>
                  <a:lnTo>
                    <a:pt x="2751" y="6191"/>
                  </a:lnTo>
                  <a:lnTo>
                    <a:pt x="1429" y="6191"/>
                  </a:lnTo>
                  <a:lnTo>
                    <a:pt x="1429" y="2905"/>
                  </a:lnTo>
                  <a:close/>
                  <a:moveTo>
                    <a:pt x="5847" y="2084"/>
                  </a:moveTo>
                  <a:lnTo>
                    <a:pt x="5847" y="6191"/>
                  </a:lnTo>
                  <a:lnTo>
                    <a:pt x="4525" y="6191"/>
                  </a:lnTo>
                  <a:lnTo>
                    <a:pt x="4525" y="2084"/>
                  </a:lnTo>
                  <a:close/>
                  <a:moveTo>
                    <a:pt x="8942" y="298"/>
                  </a:moveTo>
                  <a:lnTo>
                    <a:pt x="8942" y="6191"/>
                  </a:lnTo>
                  <a:lnTo>
                    <a:pt x="7609" y="6191"/>
                  </a:lnTo>
                  <a:lnTo>
                    <a:pt x="7609" y="298"/>
                  </a:lnTo>
                  <a:close/>
                  <a:moveTo>
                    <a:pt x="7466" y="0"/>
                  </a:moveTo>
                  <a:cubicBezTo>
                    <a:pt x="7383" y="0"/>
                    <a:pt x="7323" y="72"/>
                    <a:pt x="7323" y="155"/>
                  </a:cubicBezTo>
                  <a:lnTo>
                    <a:pt x="7323" y="6191"/>
                  </a:lnTo>
                  <a:lnTo>
                    <a:pt x="6156" y="6191"/>
                  </a:lnTo>
                  <a:lnTo>
                    <a:pt x="6156" y="1941"/>
                  </a:lnTo>
                  <a:cubicBezTo>
                    <a:pt x="6156" y="1846"/>
                    <a:pt x="6085" y="1786"/>
                    <a:pt x="6013" y="1786"/>
                  </a:cubicBezTo>
                  <a:lnTo>
                    <a:pt x="4370" y="1786"/>
                  </a:lnTo>
                  <a:cubicBezTo>
                    <a:pt x="4287" y="1786"/>
                    <a:pt x="4227" y="1858"/>
                    <a:pt x="4227" y="1941"/>
                  </a:cubicBezTo>
                  <a:lnTo>
                    <a:pt x="4227" y="6191"/>
                  </a:lnTo>
                  <a:lnTo>
                    <a:pt x="3061" y="6191"/>
                  </a:lnTo>
                  <a:lnTo>
                    <a:pt x="3061" y="2751"/>
                  </a:lnTo>
                  <a:cubicBezTo>
                    <a:pt x="3061" y="2667"/>
                    <a:pt x="2989" y="2608"/>
                    <a:pt x="2918" y="2608"/>
                  </a:cubicBezTo>
                  <a:lnTo>
                    <a:pt x="1275" y="2608"/>
                  </a:lnTo>
                  <a:cubicBezTo>
                    <a:pt x="1191" y="2608"/>
                    <a:pt x="1132" y="2679"/>
                    <a:pt x="1132" y="2751"/>
                  </a:cubicBezTo>
                  <a:lnTo>
                    <a:pt x="1132" y="6191"/>
                  </a:lnTo>
                  <a:lnTo>
                    <a:pt x="144" y="6191"/>
                  </a:lnTo>
                  <a:cubicBezTo>
                    <a:pt x="60" y="6191"/>
                    <a:pt x="1" y="6263"/>
                    <a:pt x="1" y="6346"/>
                  </a:cubicBezTo>
                  <a:cubicBezTo>
                    <a:pt x="1" y="6430"/>
                    <a:pt x="72" y="6489"/>
                    <a:pt x="144" y="6489"/>
                  </a:cubicBezTo>
                  <a:lnTo>
                    <a:pt x="10264" y="6489"/>
                  </a:lnTo>
                  <a:cubicBezTo>
                    <a:pt x="10359" y="6489"/>
                    <a:pt x="10419" y="6418"/>
                    <a:pt x="10419" y="6346"/>
                  </a:cubicBezTo>
                  <a:cubicBezTo>
                    <a:pt x="10395" y="6251"/>
                    <a:pt x="10323" y="6191"/>
                    <a:pt x="10240" y="6191"/>
                  </a:cubicBezTo>
                  <a:lnTo>
                    <a:pt x="9252" y="6191"/>
                  </a:lnTo>
                  <a:lnTo>
                    <a:pt x="9252" y="155"/>
                  </a:lnTo>
                  <a:cubicBezTo>
                    <a:pt x="9252" y="60"/>
                    <a:pt x="9180" y="0"/>
                    <a:pt x="91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53"/>
            <p:cNvSpPr/>
            <p:nvPr/>
          </p:nvSpPr>
          <p:spPr>
            <a:xfrm>
              <a:off x="5778294" y="4294550"/>
              <a:ext cx="316461" cy="191442"/>
            </a:xfrm>
            <a:custGeom>
              <a:rect b="b" l="l" r="r" t="t"/>
              <a:pathLst>
                <a:path extrusionOk="0" h="6015" w="9943">
                  <a:moveTo>
                    <a:pt x="9447" y="0"/>
                  </a:moveTo>
                  <a:cubicBezTo>
                    <a:pt x="9433" y="0"/>
                    <a:pt x="9420" y="1"/>
                    <a:pt x="9407" y="2"/>
                  </a:cubicBezTo>
                  <a:lnTo>
                    <a:pt x="8097" y="169"/>
                  </a:lnTo>
                  <a:cubicBezTo>
                    <a:pt x="7847" y="193"/>
                    <a:pt x="7644" y="455"/>
                    <a:pt x="7680" y="705"/>
                  </a:cubicBezTo>
                  <a:cubicBezTo>
                    <a:pt x="7703" y="951"/>
                    <a:pt x="7914" y="1123"/>
                    <a:pt x="8167" y="1123"/>
                  </a:cubicBezTo>
                  <a:cubicBezTo>
                    <a:pt x="8183" y="1123"/>
                    <a:pt x="8200" y="1123"/>
                    <a:pt x="8216" y="1121"/>
                  </a:cubicBezTo>
                  <a:lnTo>
                    <a:pt x="8323" y="1109"/>
                  </a:lnTo>
                  <a:lnTo>
                    <a:pt x="8323" y="1109"/>
                  </a:lnTo>
                  <a:cubicBezTo>
                    <a:pt x="6716" y="2967"/>
                    <a:pt x="4811" y="3919"/>
                    <a:pt x="3465" y="4407"/>
                  </a:cubicBezTo>
                  <a:cubicBezTo>
                    <a:pt x="1787" y="5003"/>
                    <a:pt x="477" y="5062"/>
                    <a:pt x="477" y="5062"/>
                  </a:cubicBezTo>
                  <a:cubicBezTo>
                    <a:pt x="203" y="5074"/>
                    <a:pt x="1" y="5288"/>
                    <a:pt x="13" y="5550"/>
                  </a:cubicBezTo>
                  <a:cubicBezTo>
                    <a:pt x="24" y="5824"/>
                    <a:pt x="239" y="6015"/>
                    <a:pt x="489" y="6015"/>
                  </a:cubicBezTo>
                  <a:lnTo>
                    <a:pt x="501" y="6015"/>
                  </a:lnTo>
                  <a:cubicBezTo>
                    <a:pt x="560" y="6015"/>
                    <a:pt x="1953" y="5967"/>
                    <a:pt x="3775" y="5312"/>
                  </a:cubicBezTo>
                  <a:cubicBezTo>
                    <a:pt x="4811" y="4943"/>
                    <a:pt x="5775" y="4467"/>
                    <a:pt x="6656" y="3872"/>
                  </a:cubicBezTo>
                  <a:cubicBezTo>
                    <a:pt x="6728" y="3824"/>
                    <a:pt x="6740" y="3729"/>
                    <a:pt x="6692" y="3669"/>
                  </a:cubicBezTo>
                  <a:cubicBezTo>
                    <a:pt x="6670" y="3618"/>
                    <a:pt x="6621" y="3594"/>
                    <a:pt x="6573" y="3594"/>
                  </a:cubicBezTo>
                  <a:cubicBezTo>
                    <a:pt x="6542" y="3594"/>
                    <a:pt x="6512" y="3603"/>
                    <a:pt x="6490" y="3622"/>
                  </a:cubicBezTo>
                  <a:cubicBezTo>
                    <a:pt x="5620" y="4205"/>
                    <a:pt x="4692" y="4681"/>
                    <a:pt x="3692" y="5038"/>
                  </a:cubicBezTo>
                  <a:cubicBezTo>
                    <a:pt x="1906" y="5669"/>
                    <a:pt x="560" y="5717"/>
                    <a:pt x="525" y="5717"/>
                  </a:cubicBezTo>
                  <a:cubicBezTo>
                    <a:pt x="429" y="5717"/>
                    <a:pt x="358" y="5646"/>
                    <a:pt x="346" y="5550"/>
                  </a:cubicBezTo>
                  <a:cubicBezTo>
                    <a:pt x="346" y="5467"/>
                    <a:pt x="417" y="5372"/>
                    <a:pt x="501" y="5372"/>
                  </a:cubicBezTo>
                  <a:cubicBezTo>
                    <a:pt x="525" y="5372"/>
                    <a:pt x="1858" y="5336"/>
                    <a:pt x="3596" y="4705"/>
                  </a:cubicBezTo>
                  <a:cubicBezTo>
                    <a:pt x="5061" y="4181"/>
                    <a:pt x="7144" y="3133"/>
                    <a:pt x="8835" y="1014"/>
                  </a:cubicBezTo>
                  <a:cubicBezTo>
                    <a:pt x="8927" y="911"/>
                    <a:pt x="8842" y="763"/>
                    <a:pt x="8718" y="763"/>
                  </a:cubicBezTo>
                  <a:cubicBezTo>
                    <a:pt x="8714" y="763"/>
                    <a:pt x="8709" y="764"/>
                    <a:pt x="8704" y="764"/>
                  </a:cubicBezTo>
                  <a:lnTo>
                    <a:pt x="8216" y="824"/>
                  </a:lnTo>
                  <a:cubicBezTo>
                    <a:pt x="8208" y="825"/>
                    <a:pt x="8200" y="825"/>
                    <a:pt x="8192" y="825"/>
                  </a:cubicBezTo>
                  <a:cubicBezTo>
                    <a:pt x="8109" y="825"/>
                    <a:pt x="8047" y="769"/>
                    <a:pt x="8025" y="693"/>
                  </a:cubicBezTo>
                  <a:cubicBezTo>
                    <a:pt x="7990" y="586"/>
                    <a:pt x="8061" y="478"/>
                    <a:pt x="8168" y="478"/>
                  </a:cubicBezTo>
                  <a:lnTo>
                    <a:pt x="9478" y="312"/>
                  </a:lnTo>
                  <a:cubicBezTo>
                    <a:pt x="9484" y="311"/>
                    <a:pt x="9490" y="311"/>
                    <a:pt x="9496" y="311"/>
                  </a:cubicBezTo>
                  <a:cubicBezTo>
                    <a:pt x="9594" y="311"/>
                    <a:pt x="9669" y="400"/>
                    <a:pt x="9669" y="490"/>
                  </a:cubicBezTo>
                  <a:lnTo>
                    <a:pt x="9669" y="1800"/>
                  </a:lnTo>
                  <a:cubicBezTo>
                    <a:pt x="9669" y="1895"/>
                    <a:pt x="9597" y="1979"/>
                    <a:pt x="9490" y="1979"/>
                  </a:cubicBezTo>
                  <a:cubicBezTo>
                    <a:pt x="9407" y="1979"/>
                    <a:pt x="9311" y="1907"/>
                    <a:pt x="9311" y="1800"/>
                  </a:cubicBezTo>
                  <a:lnTo>
                    <a:pt x="9311" y="1407"/>
                  </a:lnTo>
                  <a:cubicBezTo>
                    <a:pt x="9311" y="1348"/>
                    <a:pt x="9264" y="1288"/>
                    <a:pt x="9204" y="1252"/>
                  </a:cubicBezTo>
                  <a:cubicBezTo>
                    <a:pt x="9187" y="1242"/>
                    <a:pt x="9169" y="1238"/>
                    <a:pt x="9152" y="1238"/>
                  </a:cubicBezTo>
                  <a:cubicBezTo>
                    <a:pt x="9106" y="1238"/>
                    <a:pt x="9060" y="1266"/>
                    <a:pt x="9026" y="1300"/>
                  </a:cubicBezTo>
                  <a:cubicBezTo>
                    <a:pt x="8466" y="2002"/>
                    <a:pt x="7811" y="2633"/>
                    <a:pt x="7097" y="3193"/>
                  </a:cubicBezTo>
                  <a:cubicBezTo>
                    <a:pt x="7037" y="3229"/>
                    <a:pt x="7025" y="3336"/>
                    <a:pt x="7061" y="3395"/>
                  </a:cubicBezTo>
                  <a:cubicBezTo>
                    <a:pt x="7091" y="3433"/>
                    <a:pt x="7144" y="3451"/>
                    <a:pt x="7194" y="3451"/>
                  </a:cubicBezTo>
                  <a:cubicBezTo>
                    <a:pt x="7224" y="3451"/>
                    <a:pt x="7253" y="3445"/>
                    <a:pt x="7275" y="3431"/>
                  </a:cubicBezTo>
                  <a:cubicBezTo>
                    <a:pt x="7895" y="2943"/>
                    <a:pt x="8466" y="2419"/>
                    <a:pt x="8990" y="1824"/>
                  </a:cubicBezTo>
                  <a:cubicBezTo>
                    <a:pt x="9002" y="2074"/>
                    <a:pt x="9204" y="2276"/>
                    <a:pt x="9466" y="2276"/>
                  </a:cubicBezTo>
                  <a:cubicBezTo>
                    <a:pt x="9728" y="2276"/>
                    <a:pt x="9942" y="2074"/>
                    <a:pt x="9942" y="1800"/>
                  </a:cubicBezTo>
                  <a:lnTo>
                    <a:pt x="9942" y="478"/>
                  </a:lnTo>
                  <a:cubicBezTo>
                    <a:pt x="9942" y="347"/>
                    <a:pt x="9883" y="216"/>
                    <a:pt x="9776" y="121"/>
                  </a:cubicBezTo>
                  <a:cubicBezTo>
                    <a:pt x="9679" y="46"/>
                    <a:pt x="9564" y="0"/>
                    <a:pt x="94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0" name="Google Shape;380;p53"/>
          <p:cNvSpPr/>
          <p:nvPr/>
        </p:nvSpPr>
        <p:spPr>
          <a:xfrm>
            <a:off x="1048163" y="1387539"/>
            <a:ext cx="347524" cy="289917"/>
          </a:xfrm>
          <a:custGeom>
            <a:rect b="b" l="l" r="r" t="t"/>
            <a:pathLst>
              <a:path extrusionOk="0" h="9109" w="10919">
                <a:moveTo>
                  <a:pt x="2917" y="310"/>
                </a:moveTo>
                <a:cubicBezTo>
                  <a:pt x="3119" y="310"/>
                  <a:pt x="3286" y="476"/>
                  <a:pt x="3286" y="679"/>
                </a:cubicBezTo>
                <a:lnTo>
                  <a:pt x="3286" y="1036"/>
                </a:lnTo>
                <a:cubicBezTo>
                  <a:pt x="3250" y="1322"/>
                  <a:pt x="3012" y="1560"/>
                  <a:pt x="2715" y="1560"/>
                </a:cubicBezTo>
                <a:cubicBezTo>
                  <a:pt x="2417" y="1560"/>
                  <a:pt x="2179" y="1322"/>
                  <a:pt x="2179" y="1024"/>
                </a:cubicBezTo>
                <a:lnTo>
                  <a:pt x="2179" y="679"/>
                </a:lnTo>
                <a:cubicBezTo>
                  <a:pt x="2179" y="476"/>
                  <a:pt x="2346" y="310"/>
                  <a:pt x="2560" y="310"/>
                </a:cubicBezTo>
                <a:close/>
                <a:moveTo>
                  <a:pt x="5715" y="310"/>
                </a:moveTo>
                <a:cubicBezTo>
                  <a:pt x="5917" y="310"/>
                  <a:pt x="6084" y="476"/>
                  <a:pt x="6084" y="679"/>
                </a:cubicBezTo>
                <a:lnTo>
                  <a:pt x="6084" y="1036"/>
                </a:lnTo>
                <a:cubicBezTo>
                  <a:pt x="6048" y="1322"/>
                  <a:pt x="5810" y="1560"/>
                  <a:pt x="5513" y="1560"/>
                </a:cubicBezTo>
                <a:cubicBezTo>
                  <a:pt x="5215" y="1560"/>
                  <a:pt x="4977" y="1322"/>
                  <a:pt x="4977" y="1024"/>
                </a:cubicBezTo>
                <a:lnTo>
                  <a:pt x="4977" y="679"/>
                </a:lnTo>
                <a:cubicBezTo>
                  <a:pt x="4977" y="476"/>
                  <a:pt x="5144" y="310"/>
                  <a:pt x="5358" y="310"/>
                </a:cubicBezTo>
                <a:close/>
                <a:moveTo>
                  <a:pt x="8513" y="310"/>
                </a:moveTo>
                <a:cubicBezTo>
                  <a:pt x="8715" y="310"/>
                  <a:pt x="8882" y="476"/>
                  <a:pt x="8882" y="679"/>
                </a:cubicBezTo>
                <a:lnTo>
                  <a:pt x="8882" y="1036"/>
                </a:lnTo>
                <a:cubicBezTo>
                  <a:pt x="8846" y="1322"/>
                  <a:pt x="8608" y="1560"/>
                  <a:pt x="8311" y="1560"/>
                </a:cubicBezTo>
                <a:cubicBezTo>
                  <a:pt x="8013" y="1560"/>
                  <a:pt x="7775" y="1322"/>
                  <a:pt x="7775" y="1024"/>
                </a:cubicBezTo>
                <a:lnTo>
                  <a:pt x="7775" y="679"/>
                </a:lnTo>
                <a:cubicBezTo>
                  <a:pt x="7775" y="476"/>
                  <a:pt x="7941" y="310"/>
                  <a:pt x="8156" y="310"/>
                </a:cubicBezTo>
                <a:close/>
                <a:moveTo>
                  <a:pt x="2893" y="1881"/>
                </a:moveTo>
                <a:lnTo>
                  <a:pt x="2893" y="1977"/>
                </a:lnTo>
                <a:cubicBezTo>
                  <a:pt x="2893" y="2036"/>
                  <a:pt x="2905" y="2096"/>
                  <a:pt x="2941" y="2143"/>
                </a:cubicBezTo>
                <a:lnTo>
                  <a:pt x="2715" y="2358"/>
                </a:lnTo>
                <a:lnTo>
                  <a:pt x="2691" y="2358"/>
                </a:lnTo>
                <a:lnTo>
                  <a:pt x="2465" y="2143"/>
                </a:lnTo>
                <a:cubicBezTo>
                  <a:pt x="2500" y="2096"/>
                  <a:pt x="2512" y="2036"/>
                  <a:pt x="2512" y="1977"/>
                </a:cubicBezTo>
                <a:lnTo>
                  <a:pt x="2512" y="1881"/>
                </a:lnTo>
                <a:close/>
                <a:moveTo>
                  <a:pt x="5715" y="1881"/>
                </a:moveTo>
                <a:lnTo>
                  <a:pt x="5715" y="1977"/>
                </a:lnTo>
                <a:cubicBezTo>
                  <a:pt x="5715" y="2036"/>
                  <a:pt x="5727" y="2096"/>
                  <a:pt x="5751" y="2143"/>
                </a:cubicBezTo>
                <a:lnTo>
                  <a:pt x="5536" y="2358"/>
                </a:lnTo>
                <a:lnTo>
                  <a:pt x="5501" y="2358"/>
                </a:lnTo>
                <a:lnTo>
                  <a:pt x="5274" y="2143"/>
                </a:lnTo>
                <a:cubicBezTo>
                  <a:pt x="5310" y="2096"/>
                  <a:pt x="5322" y="2036"/>
                  <a:pt x="5322" y="1977"/>
                </a:cubicBezTo>
                <a:lnTo>
                  <a:pt x="5322" y="1881"/>
                </a:lnTo>
                <a:close/>
                <a:moveTo>
                  <a:pt x="8501" y="1881"/>
                </a:moveTo>
                <a:lnTo>
                  <a:pt x="8501" y="1977"/>
                </a:lnTo>
                <a:cubicBezTo>
                  <a:pt x="8501" y="2036"/>
                  <a:pt x="8525" y="2096"/>
                  <a:pt x="8549" y="2143"/>
                </a:cubicBezTo>
                <a:lnTo>
                  <a:pt x="8334" y="2358"/>
                </a:lnTo>
                <a:lnTo>
                  <a:pt x="8299" y="2358"/>
                </a:lnTo>
                <a:lnTo>
                  <a:pt x="8072" y="2143"/>
                </a:lnTo>
                <a:cubicBezTo>
                  <a:pt x="8108" y="2096"/>
                  <a:pt x="8120" y="2036"/>
                  <a:pt x="8120" y="1977"/>
                </a:cubicBezTo>
                <a:lnTo>
                  <a:pt x="8120" y="1881"/>
                </a:lnTo>
                <a:close/>
                <a:moveTo>
                  <a:pt x="9906" y="3286"/>
                </a:moveTo>
                <a:cubicBezTo>
                  <a:pt x="10120" y="3286"/>
                  <a:pt x="10275" y="3453"/>
                  <a:pt x="10275" y="3655"/>
                </a:cubicBezTo>
                <a:lnTo>
                  <a:pt x="10275" y="4012"/>
                </a:lnTo>
                <a:cubicBezTo>
                  <a:pt x="10263" y="4298"/>
                  <a:pt x="10013" y="4536"/>
                  <a:pt x="9716" y="4536"/>
                </a:cubicBezTo>
                <a:cubicBezTo>
                  <a:pt x="9418" y="4536"/>
                  <a:pt x="9180" y="4298"/>
                  <a:pt x="9180" y="4001"/>
                </a:cubicBezTo>
                <a:lnTo>
                  <a:pt x="9180" y="3655"/>
                </a:lnTo>
                <a:cubicBezTo>
                  <a:pt x="9180" y="3453"/>
                  <a:pt x="9346" y="3286"/>
                  <a:pt x="9549" y="3286"/>
                </a:cubicBezTo>
                <a:close/>
                <a:moveTo>
                  <a:pt x="1512" y="3286"/>
                </a:moveTo>
                <a:cubicBezTo>
                  <a:pt x="1691" y="3286"/>
                  <a:pt x="1857" y="3453"/>
                  <a:pt x="1857" y="3655"/>
                </a:cubicBezTo>
                <a:lnTo>
                  <a:pt x="1857" y="4012"/>
                </a:lnTo>
                <a:cubicBezTo>
                  <a:pt x="1857" y="4310"/>
                  <a:pt x="1619" y="4548"/>
                  <a:pt x="1322" y="4548"/>
                </a:cubicBezTo>
                <a:cubicBezTo>
                  <a:pt x="1024" y="4548"/>
                  <a:pt x="786" y="4310"/>
                  <a:pt x="786" y="4012"/>
                </a:cubicBezTo>
                <a:lnTo>
                  <a:pt x="786" y="3655"/>
                </a:lnTo>
                <a:cubicBezTo>
                  <a:pt x="786" y="3453"/>
                  <a:pt x="953" y="3286"/>
                  <a:pt x="1155" y="3286"/>
                </a:cubicBezTo>
                <a:close/>
                <a:moveTo>
                  <a:pt x="4310" y="3286"/>
                </a:moveTo>
                <a:cubicBezTo>
                  <a:pt x="4489" y="3286"/>
                  <a:pt x="4655" y="3453"/>
                  <a:pt x="4655" y="3655"/>
                </a:cubicBezTo>
                <a:lnTo>
                  <a:pt x="4655" y="4012"/>
                </a:lnTo>
                <a:cubicBezTo>
                  <a:pt x="4655" y="4310"/>
                  <a:pt x="4417" y="4548"/>
                  <a:pt x="4120" y="4548"/>
                </a:cubicBezTo>
                <a:cubicBezTo>
                  <a:pt x="3822" y="4548"/>
                  <a:pt x="3584" y="4310"/>
                  <a:pt x="3584" y="4012"/>
                </a:cubicBezTo>
                <a:lnTo>
                  <a:pt x="3584" y="3655"/>
                </a:lnTo>
                <a:cubicBezTo>
                  <a:pt x="3584" y="3453"/>
                  <a:pt x="3750" y="3286"/>
                  <a:pt x="3953" y="3286"/>
                </a:cubicBezTo>
                <a:close/>
                <a:moveTo>
                  <a:pt x="7108" y="3286"/>
                </a:moveTo>
                <a:cubicBezTo>
                  <a:pt x="7287" y="3286"/>
                  <a:pt x="7453" y="3453"/>
                  <a:pt x="7453" y="3655"/>
                </a:cubicBezTo>
                <a:lnTo>
                  <a:pt x="7453" y="4012"/>
                </a:lnTo>
                <a:cubicBezTo>
                  <a:pt x="7453" y="4310"/>
                  <a:pt x="7215" y="4548"/>
                  <a:pt x="6918" y="4548"/>
                </a:cubicBezTo>
                <a:cubicBezTo>
                  <a:pt x="6620" y="4548"/>
                  <a:pt x="6382" y="4310"/>
                  <a:pt x="6382" y="4012"/>
                </a:cubicBezTo>
                <a:lnTo>
                  <a:pt x="6382" y="3655"/>
                </a:lnTo>
                <a:cubicBezTo>
                  <a:pt x="6382" y="3453"/>
                  <a:pt x="6548" y="3286"/>
                  <a:pt x="6751" y="3286"/>
                </a:cubicBezTo>
                <a:close/>
                <a:moveTo>
                  <a:pt x="1500" y="4858"/>
                </a:moveTo>
                <a:lnTo>
                  <a:pt x="1500" y="4953"/>
                </a:lnTo>
                <a:cubicBezTo>
                  <a:pt x="1500" y="5013"/>
                  <a:pt x="1512" y="5072"/>
                  <a:pt x="1548" y="5120"/>
                </a:cubicBezTo>
                <a:lnTo>
                  <a:pt x="1322" y="5334"/>
                </a:lnTo>
                <a:lnTo>
                  <a:pt x="1286" y="5334"/>
                </a:lnTo>
                <a:lnTo>
                  <a:pt x="1072" y="5120"/>
                </a:lnTo>
                <a:cubicBezTo>
                  <a:pt x="1095" y="5072"/>
                  <a:pt x="1107" y="5013"/>
                  <a:pt x="1107" y="4953"/>
                </a:cubicBezTo>
                <a:lnTo>
                  <a:pt x="1107" y="4858"/>
                </a:lnTo>
                <a:close/>
                <a:moveTo>
                  <a:pt x="4298" y="4858"/>
                </a:moveTo>
                <a:lnTo>
                  <a:pt x="4298" y="4953"/>
                </a:lnTo>
                <a:cubicBezTo>
                  <a:pt x="4298" y="5013"/>
                  <a:pt x="4310" y="5072"/>
                  <a:pt x="4334" y="5120"/>
                </a:cubicBezTo>
                <a:lnTo>
                  <a:pt x="4120" y="5334"/>
                </a:lnTo>
                <a:lnTo>
                  <a:pt x="4084" y="5334"/>
                </a:lnTo>
                <a:lnTo>
                  <a:pt x="3870" y="5120"/>
                </a:lnTo>
                <a:cubicBezTo>
                  <a:pt x="3893" y="5072"/>
                  <a:pt x="3905" y="5013"/>
                  <a:pt x="3905" y="4953"/>
                </a:cubicBezTo>
                <a:lnTo>
                  <a:pt x="3905" y="4858"/>
                </a:lnTo>
                <a:close/>
                <a:moveTo>
                  <a:pt x="7108" y="4858"/>
                </a:moveTo>
                <a:lnTo>
                  <a:pt x="7108" y="4953"/>
                </a:lnTo>
                <a:cubicBezTo>
                  <a:pt x="7108" y="5013"/>
                  <a:pt x="7120" y="5072"/>
                  <a:pt x="7156" y="5120"/>
                </a:cubicBezTo>
                <a:lnTo>
                  <a:pt x="6929" y="5334"/>
                </a:lnTo>
                <a:lnTo>
                  <a:pt x="6906" y="5334"/>
                </a:lnTo>
                <a:lnTo>
                  <a:pt x="6679" y="5120"/>
                </a:lnTo>
                <a:cubicBezTo>
                  <a:pt x="6703" y="5072"/>
                  <a:pt x="6715" y="5013"/>
                  <a:pt x="6715" y="4953"/>
                </a:cubicBezTo>
                <a:lnTo>
                  <a:pt x="6715" y="4858"/>
                </a:lnTo>
                <a:close/>
                <a:moveTo>
                  <a:pt x="9906" y="4858"/>
                </a:moveTo>
                <a:lnTo>
                  <a:pt x="9906" y="4953"/>
                </a:lnTo>
                <a:cubicBezTo>
                  <a:pt x="9906" y="5013"/>
                  <a:pt x="9918" y="5072"/>
                  <a:pt x="9954" y="5120"/>
                </a:cubicBezTo>
                <a:lnTo>
                  <a:pt x="9727" y="5334"/>
                </a:lnTo>
                <a:lnTo>
                  <a:pt x="9704" y="5334"/>
                </a:lnTo>
                <a:lnTo>
                  <a:pt x="9477" y="5120"/>
                </a:lnTo>
                <a:cubicBezTo>
                  <a:pt x="9501" y="5072"/>
                  <a:pt x="9525" y="5013"/>
                  <a:pt x="9525" y="4953"/>
                </a:cubicBezTo>
                <a:lnTo>
                  <a:pt x="9525" y="4858"/>
                </a:lnTo>
                <a:close/>
                <a:moveTo>
                  <a:pt x="2453" y="0"/>
                </a:moveTo>
                <a:cubicBezTo>
                  <a:pt x="2084" y="0"/>
                  <a:pt x="1762" y="310"/>
                  <a:pt x="1762" y="679"/>
                </a:cubicBezTo>
                <a:lnTo>
                  <a:pt x="1762" y="1036"/>
                </a:lnTo>
                <a:cubicBezTo>
                  <a:pt x="1762" y="1322"/>
                  <a:pt x="1905" y="1572"/>
                  <a:pt x="2119" y="1726"/>
                </a:cubicBezTo>
                <a:lnTo>
                  <a:pt x="2119" y="1977"/>
                </a:lnTo>
                <a:cubicBezTo>
                  <a:pt x="2119" y="1977"/>
                  <a:pt x="2119" y="1988"/>
                  <a:pt x="2107" y="1988"/>
                </a:cubicBezTo>
                <a:lnTo>
                  <a:pt x="1691" y="2203"/>
                </a:lnTo>
                <a:cubicBezTo>
                  <a:pt x="1512" y="2286"/>
                  <a:pt x="1405" y="2465"/>
                  <a:pt x="1405" y="2655"/>
                </a:cubicBezTo>
                <a:lnTo>
                  <a:pt x="1405" y="2989"/>
                </a:lnTo>
                <a:lnTo>
                  <a:pt x="1036" y="2989"/>
                </a:lnTo>
                <a:cubicBezTo>
                  <a:pt x="667" y="2989"/>
                  <a:pt x="357" y="3298"/>
                  <a:pt x="357" y="3667"/>
                </a:cubicBezTo>
                <a:lnTo>
                  <a:pt x="357" y="4024"/>
                </a:lnTo>
                <a:cubicBezTo>
                  <a:pt x="357" y="4310"/>
                  <a:pt x="488" y="4560"/>
                  <a:pt x="714" y="4715"/>
                </a:cubicBezTo>
                <a:lnTo>
                  <a:pt x="714" y="4965"/>
                </a:lnTo>
                <a:cubicBezTo>
                  <a:pt x="714" y="4965"/>
                  <a:pt x="714" y="4977"/>
                  <a:pt x="691" y="4977"/>
                </a:cubicBezTo>
                <a:lnTo>
                  <a:pt x="274" y="5191"/>
                </a:lnTo>
                <a:cubicBezTo>
                  <a:pt x="95" y="5275"/>
                  <a:pt x="0" y="5453"/>
                  <a:pt x="0" y="5656"/>
                </a:cubicBezTo>
                <a:lnTo>
                  <a:pt x="0" y="7382"/>
                </a:lnTo>
                <a:cubicBezTo>
                  <a:pt x="0" y="7513"/>
                  <a:pt x="36" y="7644"/>
                  <a:pt x="119" y="7751"/>
                </a:cubicBezTo>
                <a:lnTo>
                  <a:pt x="298" y="8013"/>
                </a:lnTo>
                <a:cubicBezTo>
                  <a:pt x="333" y="8073"/>
                  <a:pt x="357" y="8156"/>
                  <a:pt x="357" y="8227"/>
                </a:cubicBezTo>
                <a:lnTo>
                  <a:pt x="357" y="8942"/>
                </a:lnTo>
                <a:cubicBezTo>
                  <a:pt x="357" y="9025"/>
                  <a:pt x="429" y="9108"/>
                  <a:pt x="512" y="9108"/>
                </a:cubicBezTo>
                <a:cubicBezTo>
                  <a:pt x="607" y="9108"/>
                  <a:pt x="679" y="9025"/>
                  <a:pt x="679" y="8942"/>
                </a:cubicBezTo>
                <a:lnTo>
                  <a:pt x="679" y="8227"/>
                </a:lnTo>
                <a:cubicBezTo>
                  <a:pt x="679" y="8096"/>
                  <a:pt x="631" y="7953"/>
                  <a:pt x="560" y="7858"/>
                </a:cubicBezTo>
                <a:lnTo>
                  <a:pt x="381" y="7584"/>
                </a:lnTo>
                <a:cubicBezTo>
                  <a:pt x="333" y="7525"/>
                  <a:pt x="321" y="7453"/>
                  <a:pt x="321" y="7382"/>
                </a:cubicBezTo>
                <a:lnTo>
                  <a:pt x="321" y="5656"/>
                </a:lnTo>
                <a:cubicBezTo>
                  <a:pt x="321" y="5572"/>
                  <a:pt x="369" y="5513"/>
                  <a:pt x="429" y="5477"/>
                </a:cubicBezTo>
                <a:lnTo>
                  <a:pt x="714" y="5322"/>
                </a:lnTo>
                <a:lnTo>
                  <a:pt x="976" y="5596"/>
                </a:lnTo>
                <a:cubicBezTo>
                  <a:pt x="1036" y="5656"/>
                  <a:pt x="1131" y="5691"/>
                  <a:pt x="1214" y="5691"/>
                </a:cubicBezTo>
                <a:cubicBezTo>
                  <a:pt x="1310" y="5691"/>
                  <a:pt x="1381" y="5667"/>
                  <a:pt x="1453" y="5596"/>
                </a:cubicBezTo>
                <a:lnTo>
                  <a:pt x="1726" y="5322"/>
                </a:lnTo>
                <a:lnTo>
                  <a:pt x="2000" y="5477"/>
                </a:lnTo>
                <a:cubicBezTo>
                  <a:pt x="2060" y="5501"/>
                  <a:pt x="2107" y="5572"/>
                  <a:pt x="2107" y="5656"/>
                </a:cubicBezTo>
                <a:lnTo>
                  <a:pt x="2107" y="7382"/>
                </a:lnTo>
                <a:cubicBezTo>
                  <a:pt x="2107" y="7453"/>
                  <a:pt x="2096" y="7525"/>
                  <a:pt x="2048" y="7584"/>
                </a:cubicBezTo>
                <a:lnTo>
                  <a:pt x="1869" y="7858"/>
                </a:lnTo>
                <a:cubicBezTo>
                  <a:pt x="1798" y="7977"/>
                  <a:pt x="1750" y="8096"/>
                  <a:pt x="1750" y="8227"/>
                </a:cubicBezTo>
                <a:lnTo>
                  <a:pt x="1750" y="8942"/>
                </a:lnTo>
                <a:cubicBezTo>
                  <a:pt x="1750" y="9025"/>
                  <a:pt x="1822" y="9108"/>
                  <a:pt x="1917" y="9108"/>
                </a:cubicBezTo>
                <a:cubicBezTo>
                  <a:pt x="2000" y="9108"/>
                  <a:pt x="2084" y="9025"/>
                  <a:pt x="2084" y="8942"/>
                </a:cubicBezTo>
                <a:lnTo>
                  <a:pt x="2084" y="8227"/>
                </a:lnTo>
                <a:cubicBezTo>
                  <a:pt x="2084" y="8156"/>
                  <a:pt x="2096" y="8073"/>
                  <a:pt x="2143" y="8013"/>
                </a:cubicBezTo>
                <a:lnTo>
                  <a:pt x="2322" y="7751"/>
                </a:lnTo>
                <a:cubicBezTo>
                  <a:pt x="2393" y="7632"/>
                  <a:pt x="2441" y="7513"/>
                  <a:pt x="2441" y="7382"/>
                </a:cubicBezTo>
                <a:lnTo>
                  <a:pt x="2441" y="5656"/>
                </a:lnTo>
                <a:cubicBezTo>
                  <a:pt x="2441" y="5453"/>
                  <a:pt x="2334" y="5275"/>
                  <a:pt x="2155" y="5191"/>
                </a:cubicBezTo>
                <a:lnTo>
                  <a:pt x="1738" y="4977"/>
                </a:lnTo>
                <a:lnTo>
                  <a:pt x="1726" y="4965"/>
                </a:lnTo>
                <a:lnTo>
                  <a:pt x="1726" y="4703"/>
                </a:lnTo>
                <a:cubicBezTo>
                  <a:pt x="1929" y="4536"/>
                  <a:pt x="2084" y="4298"/>
                  <a:pt x="2084" y="4012"/>
                </a:cubicBezTo>
                <a:lnTo>
                  <a:pt x="2084" y="3655"/>
                </a:lnTo>
                <a:cubicBezTo>
                  <a:pt x="2084" y="3405"/>
                  <a:pt x="1929" y="3179"/>
                  <a:pt x="1726" y="3060"/>
                </a:cubicBezTo>
                <a:lnTo>
                  <a:pt x="1726" y="2643"/>
                </a:lnTo>
                <a:cubicBezTo>
                  <a:pt x="1726" y="2572"/>
                  <a:pt x="1762" y="2512"/>
                  <a:pt x="1822" y="2465"/>
                </a:cubicBezTo>
                <a:lnTo>
                  <a:pt x="2107" y="2322"/>
                </a:lnTo>
                <a:lnTo>
                  <a:pt x="2381" y="2584"/>
                </a:lnTo>
                <a:cubicBezTo>
                  <a:pt x="2441" y="2643"/>
                  <a:pt x="2524" y="2691"/>
                  <a:pt x="2619" y="2691"/>
                </a:cubicBezTo>
                <a:cubicBezTo>
                  <a:pt x="2703" y="2691"/>
                  <a:pt x="2774" y="2655"/>
                  <a:pt x="2858" y="2584"/>
                </a:cubicBezTo>
                <a:lnTo>
                  <a:pt x="3119" y="2322"/>
                </a:lnTo>
                <a:lnTo>
                  <a:pt x="3405" y="2465"/>
                </a:lnTo>
                <a:cubicBezTo>
                  <a:pt x="3465" y="2500"/>
                  <a:pt x="3512" y="2572"/>
                  <a:pt x="3512" y="2643"/>
                </a:cubicBezTo>
                <a:lnTo>
                  <a:pt x="3512" y="3060"/>
                </a:lnTo>
                <a:cubicBezTo>
                  <a:pt x="3298" y="3179"/>
                  <a:pt x="3155" y="3405"/>
                  <a:pt x="3155" y="3655"/>
                </a:cubicBezTo>
                <a:lnTo>
                  <a:pt x="3155" y="4012"/>
                </a:lnTo>
                <a:cubicBezTo>
                  <a:pt x="3155" y="4298"/>
                  <a:pt x="3286" y="4548"/>
                  <a:pt x="3512" y="4703"/>
                </a:cubicBezTo>
                <a:lnTo>
                  <a:pt x="3512" y="4953"/>
                </a:lnTo>
                <a:cubicBezTo>
                  <a:pt x="3512" y="4953"/>
                  <a:pt x="3512" y="4965"/>
                  <a:pt x="3489" y="4965"/>
                </a:cubicBezTo>
                <a:lnTo>
                  <a:pt x="3072" y="5179"/>
                </a:lnTo>
                <a:cubicBezTo>
                  <a:pt x="2893" y="5263"/>
                  <a:pt x="2798" y="5441"/>
                  <a:pt x="2798" y="5632"/>
                </a:cubicBezTo>
                <a:lnTo>
                  <a:pt x="2798" y="7358"/>
                </a:lnTo>
                <a:cubicBezTo>
                  <a:pt x="2798" y="7501"/>
                  <a:pt x="2834" y="7632"/>
                  <a:pt x="2917" y="7739"/>
                </a:cubicBezTo>
                <a:lnTo>
                  <a:pt x="3096" y="8001"/>
                </a:lnTo>
                <a:cubicBezTo>
                  <a:pt x="3131" y="8061"/>
                  <a:pt x="3155" y="8132"/>
                  <a:pt x="3155" y="8215"/>
                </a:cubicBezTo>
                <a:lnTo>
                  <a:pt x="3155" y="8930"/>
                </a:lnTo>
                <a:cubicBezTo>
                  <a:pt x="3155" y="9013"/>
                  <a:pt x="3227" y="9085"/>
                  <a:pt x="3310" y="9085"/>
                </a:cubicBezTo>
                <a:cubicBezTo>
                  <a:pt x="3405" y="9085"/>
                  <a:pt x="3477" y="9013"/>
                  <a:pt x="3477" y="8930"/>
                </a:cubicBezTo>
                <a:lnTo>
                  <a:pt x="3477" y="8215"/>
                </a:lnTo>
                <a:cubicBezTo>
                  <a:pt x="3477" y="8073"/>
                  <a:pt x="3429" y="7942"/>
                  <a:pt x="3358" y="7834"/>
                </a:cubicBezTo>
                <a:lnTo>
                  <a:pt x="3179" y="7572"/>
                </a:lnTo>
                <a:cubicBezTo>
                  <a:pt x="3131" y="7513"/>
                  <a:pt x="3119" y="7441"/>
                  <a:pt x="3119" y="7358"/>
                </a:cubicBezTo>
                <a:lnTo>
                  <a:pt x="3119" y="5632"/>
                </a:lnTo>
                <a:cubicBezTo>
                  <a:pt x="3119" y="5560"/>
                  <a:pt x="3167" y="5501"/>
                  <a:pt x="3227" y="5453"/>
                </a:cubicBezTo>
                <a:lnTo>
                  <a:pt x="3512" y="5310"/>
                </a:lnTo>
                <a:lnTo>
                  <a:pt x="3774" y="5572"/>
                </a:lnTo>
                <a:cubicBezTo>
                  <a:pt x="3834" y="5632"/>
                  <a:pt x="3929" y="5679"/>
                  <a:pt x="4012" y="5679"/>
                </a:cubicBezTo>
                <a:cubicBezTo>
                  <a:pt x="4108" y="5679"/>
                  <a:pt x="4179" y="5656"/>
                  <a:pt x="4251" y="5572"/>
                </a:cubicBezTo>
                <a:lnTo>
                  <a:pt x="4524" y="5310"/>
                </a:lnTo>
                <a:lnTo>
                  <a:pt x="4798" y="5453"/>
                </a:lnTo>
                <a:cubicBezTo>
                  <a:pt x="4858" y="5489"/>
                  <a:pt x="4905" y="5560"/>
                  <a:pt x="4905" y="5632"/>
                </a:cubicBezTo>
                <a:lnTo>
                  <a:pt x="4905" y="7358"/>
                </a:lnTo>
                <a:cubicBezTo>
                  <a:pt x="4905" y="7441"/>
                  <a:pt x="4893" y="7513"/>
                  <a:pt x="4846" y="7572"/>
                </a:cubicBezTo>
                <a:lnTo>
                  <a:pt x="4667" y="7834"/>
                </a:lnTo>
                <a:cubicBezTo>
                  <a:pt x="4596" y="7953"/>
                  <a:pt x="4548" y="8073"/>
                  <a:pt x="4548" y="8215"/>
                </a:cubicBezTo>
                <a:lnTo>
                  <a:pt x="4548" y="8930"/>
                </a:lnTo>
                <a:cubicBezTo>
                  <a:pt x="4548" y="9013"/>
                  <a:pt x="4620" y="9085"/>
                  <a:pt x="4715" y="9085"/>
                </a:cubicBezTo>
                <a:cubicBezTo>
                  <a:pt x="4798" y="9085"/>
                  <a:pt x="4882" y="9013"/>
                  <a:pt x="4882" y="8930"/>
                </a:cubicBezTo>
                <a:lnTo>
                  <a:pt x="4882" y="8215"/>
                </a:lnTo>
                <a:cubicBezTo>
                  <a:pt x="4882" y="8132"/>
                  <a:pt x="4893" y="8061"/>
                  <a:pt x="4941" y="8001"/>
                </a:cubicBezTo>
                <a:lnTo>
                  <a:pt x="5120" y="7739"/>
                </a:lnTo>
                <a:cubicBezTo>
                  <a:pt x="5191" y="7620"/>
                  <a:pt x="5239" y="7501"/>
                  <a:pt x="5239" y="7358"/>
                </a:cubicBezTo>
                <a:lnTo>
                  <a:pt x="5239" y="5632"/>
                </a:lnTo>
                <a:cubicBezTo>
                  <a:pt x="5239" y="5441"/>
                  <a:pt x="5132" y="5263"/>
                  <a:pt x="4953" y="5179"/>
                </a:cubicBezTo>
                <a:lnTo>
                  <a:pt x="4536" y="4965"/>
                </a:lnTo>
                <a:lnTo>
                  <a:pt x="4524" y="4953"/>
                </a:lnTo>
                <a:lnTo>
                  <a:pt x="4524" y="4703"/>
                </a:lnTo>
                <a:cubicBezTo>
                  <a:pt x="4727" y="4536"/>
                  <a:pt x="4882" y="4298"/>
                  <a:pt x="4882" y="4012"/>
                </a:cubicBezTo>
                <a:lnTo>
                  <a:pt x="4882" y="3655"/>
                </a:lnTo>
                <a:cubicBezTo>
                  <a:pt x="4882" y="3405"/>
                  <a:pt x="4727" y="3179"/>
                  <a:pt x="4524" y="3060"/>
                </a:cubicBezTo>
                <a:lnTo>
                  <a:pt x="4524" y="2643"/>
                </a:lnTo>
                <a:cubicBezTo>
                  <a:pt x="4524" y="2572"/>
                  <a:pt x="4560" y="2512"/>
                  <a:pt x="4620" y="2465"/>
                </a:cubicBezTo>
                <a:lnTo>
                  <a:pt x="4905" y="2322"/>
                </a:lnTo>
                <a:lnTo>
                  <a:pt x="5179" y="2584"/>
                </a:lnTo>
                <a:cubicBezTo>
                  <a:pt x="5239" y="2643"/>
                  <a:pt x="5322" y="2691"/>
                  <a:pt x="5417" y="2691"/>
                </a:cubicBezTo>
                <a:cubicBezTo>
                  <a:pt x="5501" y="2691"/>
                  <a:pt x="5572" y="2655"/>
                  <a:pt x="5655" y="2584"/>
                </a:cubicBezTo>
                <a:lnTo>
                  <a:pt x="5917" y="2322"/>
                </a:lnTo>
                <a:lnTo>
                  <a:pt x="6203" y="2465"/>
                </a:lnTo>
                <a:cubicBezTo>
                  <a:pt x="6263" y="2500"/>
                  <a:pt x="6310" y="2572"/>
                  <a:pt x="6310" y="2643"/>
                </a:cubicBezTo>
                <a:lnTo>
                  <a:pt x="6310" y="3060"/>
                </a:lnTo>
                <a:cubicBezTo>
                  <a:pt x="6096" y="3179"/>
                  <a:pt x="5953" y="3405"/>
                  <a:pt x="5953" y="3655"/>
                </a:cubicBezTo>
                <a:lnTo>
                  <a:pt x="5953" y="4012"/>
                </a:lnTo>
                <a:cubicBezTo>
                  <a:pt x="5953" y="4298"/>
                  <a:pt x="6084" y="4548"/>
                  <a:pt x="6310" y="4703"/>
                </a:cubicBezTo>
                <a:lnTo>
                  <a:pt x="6310" y="4953"/>
                </a:lnTo>
                <a:cubicBezTo>
                  <a:pt x="6310" y="4953"/>
                  <a:pt x="6310" y="4965"/>
                  <a:pt x="6287" y="4965"/>
                </a:cubicBezTo>
                <a:lnTo>
                  <a:pt x="5870" y="5179"/>
                </a:lnTo>
                <a:cubicBezTo>
                  <a:pt x="5691" y="5263"/>
                  <a:pt x="5596" y="5441"/>
                  <a:pt x="5596" y="5632"/>
                </a:cubicBezTo>
                <a:lnTo>
                  <a:pt x="5596" y="7358"/>
                </a:lnTo>
                <a:cubicBezTo>
                  <a:pt x="5596" y="7501"/>
                  <a:pt x="5632" y="7632"/>
                  <a:pt x="5715" y="7739"/>
                </a:cubicBezTo>
                <a:lnTo>
                  <a:pt x="5894" y="8001"/>
                </a:lnTo>
                <a:cubicBezTo>
                  <a:pt x="5929" y="8061"/>
                  <a:pt x="5953" y="8132"/>
                  <a:pt x="5953" y="8215"/>
                </a:cubicBezTo>
                <a:lnTo>
                  <a:pt x="5953" y="8930"/>
                </a:lnTo>
                <a:cubicBezTo>
                  <a:pt x="5953" y="9013"/>
                  <a:pt x="6025" y="9085"/>
                  <a:pt x="6108" y="9085"/>
                </a:cubicBezTo>
                <a:cubicBezTo>
                  <a:pt x="6203" y="9085"/>
                  <a:pt x="6275" y="9013"/>
                  <a:pt x="6275" y="8930"/>
                </a:cubicBezTo>
                <a:lnTo>
                  <a:pt x="6275" y="8215"/>
                </a:lnTo>
                <a:cubicBezTo>
                  <a:pt x="6275" y="8073"/>
                  <a:pt x="6227" y="7942"/>
                  <a:pt x="6156" y="7834"/>
                </a:cubicBezTo>
                <a:lnTo>
                  <a:pt x="5977" y="7572"/>
                </a:lnTo>
                <a:cubicBezTo>
                  <a:pt x="5929" y="7513"/>
                  <a:pt x="5917" y="7441"/>
                  <a:pt x="5917" y="7358"/>
                </a:cubicBezTo>
                <a:lnTo>
                  <a:pt x="5917" y="5632"/>
                </a:lnTo>
                <a:cubicBezTo>
                  <a:pt x="5917" y="5560"/>
                  <a:pt x="5965" y="5501"/>
                  <a:pt x="6025" y="5453"/>
                </a:cubicBezTo>
                <a:lnTo>
                  <a:pt x="6310" y="5310"/>
                </a:lnTo>
                <a:lnTo>
                  <a:pt x="6572" y="5572"/>
                </a:lnTo>
                <a:cubicBezTo>
                  <a:pt x="6632" y="5632"/>
                  <a:pt x="6727" y="5679"/>
                  <a:pt x="6810" y="5679"/>
                </a:cubicBezTo>
                <a:cubicBezTo>
                  <a:pt x="6906" y="5679"/>
                  <a:pt x="6977" y="5656"/>
                  <a:pt x="7049" y="5572"/>
                </a:cubicBezTo>
                <a:lnTo>
                  <a:pt x="7322" y="5310"/>
                </a:lnTo>
                <a:lnTo>
                  <a:pt x="7596" y="5453"/>
                </a:lnTo>
                <a:cubicBezTo>
                  <a:pt x="7656" y="5489"/>
                  <a:pt x="7703" y="5560"/>
                  <a:pt x="7703" y="5632"/>
                </a:cubicBezTo>
                <a:lnTo>
                  <a:pt x="7703" y="7358"/>
                </a:lnTo>
                <a:cubicBezTo>
                  <a:pt x="7703" y="7441"/>
                  <a:pt x="7691" y="7513"/>
                  <a:pt x="7644" y="7572"/>
                </a:cubicBezTo>
                <a:lnTo>
                  <a:pt x="7465" y="7834"/>
                </a:lnTo>
                <a:cubicBezTo>
                  <a:pt x="7394" y="7953"/>
                  <a:pt x="7346" y="8073"/>
                  <a:pt x="7346" y="8215"/>
                </a:cubicBezTo>
                <a:lnTo>
                  <a:pt x="7346" y="8930"/>
                </a:lnTo>
                <a:cubicBezTo>
                  <a:pt x="7346" y="9013"/>
                  <a:pt x="7418" y="9085"/>
                  <a:pt x="7513" y="9085"/>
                </a:cubicBezTo>
                <a:cubicBezTo>
                  <a:pt x="7596" y="9085"/>
                  <a:pt x="7680" y="9013"/>
                  <a:pt x="7680" y="8930"/>
                </a:cubicBezTo>
                <a:lnTo>
                  <a:pt x="7680" y="8215"/>
                </a:lnTo>
                <a:cubicBezTo>
                  <a:pt x="7680" y="8132"/>
                  <a:pt x="7691" y="8061"/>
                  <a:pt x="7739" y="8001"/>
                </a:cubicBezTo>
                <a:lnTo>
                  <a:pt x="7918" y="7739"/>
                </a:lnTo>
                <a:cubicBezTo>
                  <a:pt x="7989" y="7620"/>
                  <a:pt x="8037" y="7501"/>
                  <a:pt x="8037" y="7358"/>
                </a:cubicBezTo>
                <a:lnTo>
                  <a:pt x="8037" y="5632"/>
                </a:lnTo>
                <a:cubicBezTo>
                  <a:pt x="8037" y="5441"/>
                  <a:pt x="7930" y="5263"/>
                  <a:pt x="7751" y="5179"/>
                </a:cubicBezTo>
                <a:lnTo>
                  <a:pt x="7334" y="4965"/>
                </a:lnTo>
                <a:lnTo>
                  <a:pt x="7322" y="4953"/>
                </a:lnTo>
                <a:lnTo>
                  <a:pt x="7322" y="4703"/>
                </a:lnTo>
                <a:cubicBezTo>
                  <a:pt x="7525" y="4536"/>
                  <a:pt x="7680" y="4298"/>
                  <a:pt x="7680" y="4012"/>
                </a:cubicBezTo>
                <a:lnTo>
                  <a:pt x="7680" y="3655"/>
                </a:lnTo>
                <a:cubicBezTo>
                  <a:pt x="7680" y="3405"/>
                  <a:pt x="7525" y="3179"/>
                  <a:pt x="7322" y="3060"/>
                </a:cubicBezTo>
                <a:lnTo>
                  <a:pt x="7322" y="2643"/>
                </a:lnTo>
                <a:cubicBezTo>
                  <a:pt x="7322" y="2572"/>
                  <a:pt x="7358" y="2512"/>
                  <a:pt x="7418" y="2465"/>
                </a:cubicBezTo>
                <a:lnTo>
                  <a:pt x="7703" y="2322"/>
                </a:lnTo>
                <a:lnTo>
                  <a:pt x="7977" y="2584"/>
                </a:lnTo>
                <a:cubicBezTo>
                  <a:pt x="8037" y="2643"/>
                  <a:pt x="8120" y="2691"/>
                  <a:pt x="8215" y="2691"/>
                </a:cubicBezTo>
                <a:cubicBezTo>
                  <a:pt x="8299" y="2691"/>
                  <a:pt x="8370" y="2655"/>
                  <a:pt x="8453" y="2584"/>
                </a:cubicBezTo>
                <a:lnTo>
                  <a:pt x="8715" y="2322"/>
                </a:lnTo>
                <a:lnTo>
                  <a:pt x="9001" y="2465"/>
                </a:lnTo>
                <a:cubicBezTo>
                  <a:pt x="9061" y="2500"/>
                  <a:pt x="9108" y="2572"/>
                  <a:pt x="9108" y="2643"/>
                </a:cubicBezTo>
                <a:lnTo>
                  <a:pt x="9108" y="3060"/>
                </a:lnTo>
                <a:cubicBezTo>
                  <a:pt x="8894" y="3179"/>
                  <a:pt x="8751" y="3405"/>
                  <a:pt x="8751" y="3655"/>
                </a:cubicBezTo>
                <a:lnTo>
                  <a:pt x="8751" y="4012"/>
                </a:lnTo>
                <a:cubicBezTo>
                  <a:pt x="8751" y="4298"/>
                  <a:pt x="8882" y="4548"/>
                  <a:pt x="9108" y="4703"/>
                </a:cubicBezTo>
                <a:lnTo>
                  <a:pt x="9108" y="4953"/>
                </a:lnTo>
                <a:cubicBezTo>
                  <a:pt x="9108" y="4953"/>
                  <a:pt x="9108" y="4965"/>
                  <a:pt x="9084" y="4965"/>
                </a:cubicBezTo>
                <a:lnTo>
                  <a:pt x="8668" y="5179"/>
                </a:lnTo>
                <a:cubicBezTo>
                  <a:pt x="8489" y="5263"/>
                  <a:pt x="8394" y="5441"/>
                  <a:pt x="8394" y="5632"/>
                </a:cubicBezTo>
                <a:lnTo>
                  <a:pt x="8394" y="7358"/>
                </a:lnTo>
                <a:cubicBezTo>
                  <a:pt x="8394" y="7501"/>
                  <a:pt x="8430" y="7632"/>
                  <a:pt x="8513" y="7739"/>
                </a:cubicBezTo>
                <a:lnTo>
                  <a:pt x="8692" y="8001"/>
                </a:lnTo>
                <a:cubicBezTo>
                  <a:pt x="8727" y="8061"/>
                  <a:pt x="8751" y="8132"/>
                  <a:pt x="8751" y="8215"/>
                </a:cubicBezTo>
                <a:lnTo>
                  <a:pt x="8751" y="8930"/>
                </a:lnTo>
                <a:cubicBezTo>
                  <a:pt x="8751" y="9013"/>
                  <a:pt x="8823" y="9085"/>
                  <a:pt x="8906" y="9085"/>
                </a:cubicBezTo>
                <a:cubicBezTo>
                  <a:pt x="9001" y="9085"/>
                  <a:pt x="9073" y="9013"/>
                  <a:pt x="9073" y="8930"/>
                </a:cubicBezTo>
                <a:lnTo>
                  <a:pt x="9073" y="8215"/>
                </a:lnTo>
                <a:cubicBezTo>
                  <a:pt x="9073" y="8073"/>
                  <a:pt x="9025" y="7942"/>
                  <a:pt x="8954" y="7834"/>
                </a:cubicBezTo>
                <a:lnTo>
                  <a:pt x="8775" y="7572"/>
                </a:lnTo>
                <a:cubicBezTo>
                  <a:pt x="8727" y="7513"/>
                  <a:pt x="8715" y="7441"/>
                  <a:pt x="8715" y="7358"/>
                </a:cubicBezTo>
                <a:lnTo>
                  <a:pt x="8715" y="5632"/>
                </a:lnTo>
                <a:cubicBezTo>
                  <a:pt x="8715" y="5560"/>
                  <a:pt x="8763" y="5501"/>
                  <a:pt x="8823" y="5453"/>
                </a:cubicBezTo>
                <a:lnTo>
                  <a:pt x="9108" y="5310"/>
                </a:lnTo>
                <a:lnTo>
                  <a:pt x="9370" y="5572"/>
                </a:lnTo>
                <a:cubicBezTo>
                  <a:pt x="9430" y="5632"/>
                  <a:pt x="9525" y="5679"/>
                  <a:pt x="9608" y="5679"/>
                </a:cubicBezTo>
                <a:cubicBezTo>
                  <a:pt x="9704" y="5679"/>
                  <a:pt x="9775" y="5656"/>
                  <a:pt x="9846" y="5572"/>
                </a:cubicBezTo>
                <a:lnTo>
                  <a:pt x="10120" y="5310"/>
                </a:lnTo>
                <a:lnTo>
                  <a:pt x="10394" y="5453"/>
                </a:lnTo>
                <a:cubicBezTo>
                  <a:pt x="10454" y="5489"/>
                  <a:pt x="10501" y="5560"/>
                  <a:pt x="10501" y="5632"/>
                </a:cubicBezTo>
                <a:lnTo>
                  <a:pt x="10501" y="7358"/>
                </a:lnTo>
                <a:cubicBezTo>
                  <a:pt x="10501" y="7441"/>
                  <a:pt x="10489" y="7513"/>
                  <a:pt x="10442" y="7572"/>
                </a:cubicBezTo>
                <a:lnTo>
                  <a:pt x="10263" y="7834"/>
                </a:lnTo>
                <a:cubicBezTo>
                  <a:pt x="10192" y="7953"/>
                  <a:pt x="10144" y="8073"/>
                  <a:pt x="10144" y="8215"/>
                </a:cubicBezTo>
                <a:lnTo>
                  <a:pt x="10144" y="8930"/>
                </a:lnTo>
                <a:cubicBezTo>
                  <a:pt x="10144" y="9013"/>
                  <a:pt x="10216" y="9085"/>
                  <a:pt x="10311" y="9085"/>
                </a:cubicBezTo>
                <a:cubicBezTo>
                  <a:pt x="10394" y="9085"/>
                  <a:pt x="10478" y="9013"/>
                  <a:pt x="10478" y="8930"/>
                </a:cubicBezTo>
                <a:lnTo>
                  <a:pt x="10478" y="8215"/>
                </a:lnTo>
                <a:cubicBezTo>
                  <a:pt x="10478" y="8132"/>
                  <a:pt x="10489" y="8061"/>
                  <a:pt x="10537" y="8001"/>
                </a:cubicBezTo>
                <a:lnTo>
                  <a:pt x="10716" y="7739"/>
                </a:lnTo>
                <a:cubicBezTo>
                  <a:pt x="10787" y="7620"/>
                  <a:pt x="10835" y="7501"/>
                  <a:pt x="10835" y="7358"/>
                </a:cubicBezTo>
                <a:lnTo>
                  <a:pt x="10835" y="5632"/>
                </a:lnTo>
                <a:cubicBezTo>
                  <a:pt x="10918" y="5429"/>
                  <a:pt x="10811" y="5251"/>
                  <a:pt x="10632" y="5155"/>
                </a:cubicBezTo>
                <a:lnTo>
                  <a:pt x="10216" y="4953"/>
                </a:lnTo>
                <a:lnTo>
                  <a:pt x="10204" y="4941"/>
                </a:lnTo>
                <a:lnTo>
                  <a:pt x="10204" y="4703"/>
                </a:lnTo>
                <a:cubicBezTo>
                  <a:pt x="10418" y="4536"/>
                  <a:pt x="10561" y="4298"/>
                  <a:pt x="10561" y="4012"/>
                </a:cubicBezTo>
                <a:lnTo>
                  <a:pt x="10561" y="3655"/>
                </a:lnTo>
                <a:cubicBezTo>
                  <a:pt x="10561" y="3286"/>
                  <a:pt x="10251" y="2977"/>
                  <a:pt x="9882" y="2977"/>
                </a:cubicBezTo>
                <a:lnTo>
                  <a:pt x="9501" y="2977"/>
                </a:lnTo>
                <a:lnTo>
                  <a:pt x="9501" y="2643"/>
                </a:lnTo>
                <a:cubicBezTo>
                  <a:pt x="9501" y="2453"/>
                  <a:pt x="9406" y="2274"/>
                  <a:pt x="9227" y="2179"/>
                </a:cubicBezTo>
                <a:lnTo>
                  <a:pt x="8811" y="1977"/>
                </a:lnTo>
                <a:lnTo>
                  <a:pt x="8787" y="1953"/>
                </a:lnTo>
                <a:lnTo>
                  <a:pt x="8787" y="1726"/>
                </a:lnTo>
                <a:cubicBezTo>
                  <a:pt x="9001" y="1560"/>
                  <a:pt x="9144" y="1322"/>
                  <a:pt x="9144" y="1036"/>
                </a:cubicBezTo>
                <a:lnTo>
                  <a:pt x="9144" y="679"/>
                </a:lnTo>
                <a:cubicBezTo>
                  <a:pt x="9144" y="310"/>
                  <a:pt x="8834" y="0"/>
                  <a:pt x="8465" y="0"/>
                </a:cubicBezTo>
                <a:lnTo>
                  <a:pt x="8108" y="0"/>
                </a:lnTo>
                <a:cubicBezTo>
                  <a:pt x="7739" y="0"/>
                  <a:pt x="7418" y="310"/>
                  <a:pt x="7418" y="679"/>
                </a:cubicBezTo>
                <a:lnTo>
                  <a:pt x="7418" y="1036"/>
                </a:lnTo>
                <a:cubicBezTo>
                  <a:pt x="7418" y="1322"/>
                  <a:pt x="7560" y="1572"/>
                  <a:pt x="7775" y="1726"/>
                </a:cubicBezTo>
                <a:lnTo>
                  <a:pt x="7775" y="1977"/>
                </a:lnTo>
                <a:cubicBezTo>
                  <a:pt x="7775" y="1977"/>
                  <a:pt x="7775" y="1988"/>
                  <a:pt x="7763" y="1988"/>
                </a:cubicBezTo>
                <a:lnTo>
                  <a:pt x="7346" y="2203"/>
                </a:lnTo>
                <a:cubicBezTo>
                  <a:pt x="7168" y="2286"/>
                  <a:pt x="7060" y="2465"/>
                  <a:pt x="7060" y="2655"/>
                </a:cubicBezTo>
                <a:lnTo>
                  <a:pt x="7060" y="2989"/>
                </a:lnTo>
                <a:lnTo>
                  <a:pt x="6679" y="2989"/>
                </a:lnTo>
                <a:lnTo>
                  <a:pt x="6679" y="2655"/>
                </a:lnTo>
                <a:cubicBezTo>
                  <a:pt x="6679" y="2465"/>
                  <a:pt x="6572" y="2286"/>
                  <a:pt x="6394" y="2203"/>
                </a:cubicBezTo>
                <a:lnTo>
                  <a:pt x="5977" y="1988"/>
                </a:lnTo>
                <a:lnTo>
                  <a:pt x="5965" y="1977"/>
                </a:lnTo>
                <a:lnTo>
                  <a:pt x="5965" y="1726"/>
                </a:lnTo>
                <a:cubicBezTo>
                  <a:pt x="6167" y="1560"/>
                  <a:pt x="6322" y="1322"/>
                  <a:pt x="6322" y="1036"/>
                </a:cubicBezTo>
                <a:lnTo>
                  <a:pt x="6322" y="679"/>
                </a:lnTo>
                <a:cubicBezTo>
                  <a:pt x="6322" y="310"/>
                  <a:pt x="6013" y="0"/>
                  <a:pt x="5632" y="0"/>
                </a:cubicBezTo>
                <a:lnTo>
                  <a:pt x="5274" y="0"/>
                </a:lnTo>
                <a:cubicBezTo>
                  <a:pt x="4905" y="0"/>
                  <a:pt x="4596" y="310"/>
                  <a:pt x="4596" y="679"/>
                </a:cubicBezTo>
                <a:lnTo>
                  <a:pt x="4596" y="1036"/>
                </a:lnTo>
                <a:cubicBezTo>
                  <a:pt x="4596" y="1322"/>
                  <a:pt x="4727" y="1572"/>
                  <a:pt x="4953" y="1726"/>
                </a:cubicBezTo>
                <a:lnTo>
                  <a:pt x="4953" y="1977"/>
                </a:lnTo>
                <a:cubicBezTo>
                  <a:pt x="4953" y="1977"/>
                  <a:pt x="4953" y="1988"/>
                  <a:pt x="4941" y="1988"/>
                </a:cubicBezTo>
                <a:lnTo>
                  <a:pt x="4524" y="2203"/>
                </a:lnTo>
                <a:cubicBezTo>
                  <a:pt x="4346" y="2286"/>
                  <a:pt x="4239" y="2465"/>
                  <a:pt x="4239" y="2655"/>
                </a:cubicBezTo>
                <a:lnTo>
                  <a:pt x="4239" y="2989"/>
                </a:lnTo>
                <a:lnTo>
                  <a:pt x="3846" y="2989"/>
                </a:lnTo>
                <a:lnTo>
                  <a:pt x="3846" y="2655"/>
                </a:lnTo>
                <a:cubicBezTo>
                  <a:pt x="3846" y="2465"/>
                  <a:pt x="3750" y="2286"/>
                  <a:pt x="3572" y="2203"/>
                </a:cubicBezTo>
                <a:lnTo>
                  <a:pt x="3155" y="1988"/>
                </a:lnTo>
                <a:lnTo>
                  <a:pt x="3131" y="1977"/>
                </a:lnTo>
                <a:lnTo>
                  <a:pt x="3131" y="1726"/>
                </a:lnTo>
                <a:cubicBezTo>
                  <a:pt x="3346" y="1560"/>
                  <a:pt x="3489" y="1322"/>
                  <a:pt x="3489" y="1036"/>
                </a:cubicBezTo>
                <a:lnTo>
                  <a:pt x="3489" y="679"/>
                </a:lnTo>
                <a:cubicBezTo>
                  <a:pt x="3489" y="310"/>
                  <a:pt x="3179" y="0"/>
                  <a:pt x="281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1" name="Google Shape;381;p53"/>
          <p:cNvGrpSpPr/>
          <p:nvPr/>
        </p:nvGrpSpPr>
        <p:grpSpPr>
          <a:xfrm flipH="1">
            <a:off x="1036238" y="3556005"/>
            <a:ext cx="371395" cy="289921"/>
            <a:chOff x="7550258" y="3832670"/>
            <a:chExt cx="371395" cy="301279"/>
          </a:xfrm>
        </p:grpSpPr>
        <p:sp>
          <p:nvSpPr>
            <p:cNvPr id="382" name="Google Shape;382;p53"/>
            <p:cNvSpPr/>
            <p:nvPr/>
          </p:nvSpPr>
          <p:spPr>
            <a:xfrm>
              <a:off x="7550258" y="3832670"/>
              <a:ext cx="371395" cy="301279"/>
            </a:xfrm>
            <a:custGeom>
              <a:rect b="b" l="l" r="r" t="t"/>
              <a:pathLst>
                <a:path extrusionOk="0" h="9466" w="11669">
                  <a:moveTo>
                    <a:pt x="1822" y="346"/>
                  </a:moveTo>
                  <a:cubicBezTo>
                    <a:pt x="1822" y="346"/>
                    <a:pt x="1834" y="346"/>
                    <a:pt x="1834" y="358"/>
                  </a:cubicBezTo>
                  <a:lnTo>
                    <a:pt x="1834" y="1096"/>
                  </a:lnTo>
                  <a:cubicBezTo>
                    <a:pt x="1834" y="1096"/>
                    <a:pt x="1834" y="1108"/>
                    <a:pt x="1822" y="1108"/>
                  </a:cubicBezTo>
                  <a:lnTo>
                    <a:pt x="1441" y="1108"/>
                  </a:lnTo>
                  <a:cubicBezTo>
                    <a:pt x="1441" y="1108"/>
                    <a:pt x="1429" y="1108"/>
                    <a:pt x="1429" y="1096"/>
                  </a:cubicBezTo>
                  <a:lnTo>
                    <a:pt x="1429" y="358"/>
                  </a:lnTo>
                  <a:lnTo>
                    <a:pt x="1441" y="358"/>
                  </a:lnTo>
                  <a:lnTo>
                    <a:pt x="1822" y="346"/>
                  </a:lnTo>
                  <a:close/>
                  <a:moveTo>
                    <a:pt x="10228" y="346"/>
                  </a:moveTo>
                  <a:cubicBezTo>
                    <a:pt x="10228" y="346"/>
                    <a:pt x="10240" y="346"/>
                    <a:pt x="10240" y="358"/>
                  </a:cubicBezTo>
                  <a:lnTo>
                    <a:pt x="10240" y="1096"/>
                  </a:lnTo>
                  <a:cubicBezTo>
                    <a:pt x="10240" y="1096"/>
                    <a:pt x="10240" y="1108"/>
                    <a:pt x="10228" y="1108"/>
                  </a:cubicBezTo>
                  <a:lnTo>
                    <a:pt x="9859" y="1108"/>
                  </a:lnTo>
                  <a:cubicBezTo>
                    <a:pt x="9859" y="1108"/>
                    <a:pt x="9835" y="1108"/>
                    <a:pt x="9835" y="1096"/>
                  </a:cubicBezTo>
                  <a:lnTo>
                    <a:pt x="9835" y="358"/>
                  </a:lnTo>
                  <a:lnTo>
                    <a:pt x="9859" y="358"/>
                  </a:lnTo>
                  <a:lnTo>
                    <a:pt x="10228" y="346"/>
                  </a:lnTo>
                  <a:close/>
                  <a:moveTo>
                    <a:pt x="10966" y="1096"/>
                  </a:moveTo>
                  <a:cubicBezTo>
                    <a:pt x="11180" y="1096"/>
                    <a:pt x="11347" y="1251"/>
                    <a:pt x="11347" y="1465"/>
                  </a:cubicBezTo>
                  <a:lnTo>
                    <a:pt x="11347" y="8775"/>
                  </a:lnTo>
                  <a:cubicBezTo>
                    <a:pt x="11323" y="8978"/>
                    <a:pt x="11168" y="9144"/>
                    <a:pt x="10954" y="9144"/>
                  </a:cubicBezTo>
                  <a:lnTo>
                    <a:pt x="715" y="9144"/>
                  </a:lnTo>
                  <a:cubicBezTo>
                    <a:pt x="512" y="9144"/>
                    <a:pt x="346" y="8978"/>
                    <a:pt x="346" y="8775"/>
                  </a:cubicBezTo>
                  <a:lnTo>
                    <a:pt x="346" y="1465"/>
                  </a:lnTo>
                  <a:cubicBezTo>
                    <a:pt x="346" y="1251"/>
                    <a:pt x="512" y="1096"/>
                    <a:pt x="715" y="1096"/>
                  </a:cubicBezTo>
                  <a:lnTo>
                    <a:pt x="1084" y="1096"/>
                  </a:lnTo>
                  <a:lnTo>
                    <a:pt x="1084" y="1108"/>
                  </a:lnTo>
                  <a:cubicBezTo>
                    <a:pt x="1084" y="1298"/>
                    <a:pt x="1250" y="1465"/>
                    <a:pt x="1441" y="1465"/>
                  </a:cubicBezTo>
                  <a:lnTo>
                    <a:pt x="1822" y="1465"/>
                  </a:lnTo>
                  <a:cubicBezTo>
                    <a:pt x="2012" y="1465"/>
                    <a:pt x="2179" y="1298"/>
                    <a:pt x="2179" y="1108"/>
                  </a:cubicBezTo>
                  <a:lnTo>
                    <a:pt x="2179" y="1096"/>
                  </a:lnTo>
                  <a:lnTo>
                    <a:pt x="9513" y="1096"/>
                  </a:lnTo>
                  <a:lnTo>
                    <a:pt x="9513" y="1108"/>
                  </a:lnTo>
                  <a:cubicBezTo>
                    <a:pt x="9513" y="1298"/>
                    <a:pt x="9680" y="1465"/>
                    <a:pt x="9871" y="1465"/>
                  </a:cubicBezTo>
                  <a:lnTo>
                    <a:pt x="10240" y="1465"/>
                  </a:lnTo>
                  <a:cubicBezTo>
                    <a:pt x="10430" y="1465"/>
                    <a:pt x="10597" y="1298"/>
                    <a:pt x="10597" y="1108"/>
                  </a:cubicBezTo>
                  <a:lnTo>
                    <a:pt x="10597" y="1096"/>
                  </a:lnTo>
                  <a:close/>
                  <a:moveTo>
                    <a:pt x="1441" y="0"/>
                  </a:moveTo>
                  <a:cubicBezTo>
                    <a:pt x="1250" y="0"/>
                    <a:pt x="1084" y="167"/>
                    <a:pt x="1084" y="358"/>
                  </a:cubicBezTo>
                  <a:lnTo>
                    <a:pt x="1084" y="739"/>
                  </a:lnTo>
                  <a:lnTo>
                    <a:pt x="715" y="739"/>
                  </a:lnTo>
                  <a:cubicBezTo>
                    <a:pt x="310" y="739"/>
                    <a:pt x="0" y="1060"/>
                    <a:pt x="0" y="1453"/>
                  </a:cubicBezTo>
                  <a:lnTo>
                    <a:pt x="0" y="8752"/>
                  </a:lnTo>
                  <a:cubicBezTo>
                    <a:pt x="0" y="9156"/>
                    <a:pt x="334" y="9466"/>
                    <a:pt x="715" y="9466"/>
                  </a:cubicBezTo>
                  <a:lnTo>
                    <a:pt x="10954" y="9466"/>
                  </a:lnTo>
                  <a:cubicBezTo>
                    <a:pt x="11359" y="9466"/>
                    <a:pt x="11668" y="9144"/>
                    <a:pt x="11668" y="8752"/>
                  </a:cubicBezTo>
                  <a:lnTo>
                    <a:pt x="11668" y="1453"/>
                  </a:lnTo>
                  <a:cubicBezTo>
                    <a:pt x="11668" y="1060"/>
                    <a:pt x="11359" y="739"/>
                    <a:pt x="10954" y="739"/>
                  </a:cubicBezTo>
                  <a:lnTo>
                    <a:pt x="10585" y="739"/>
                  </a:lnTo>
                  <a:lnTo>
                    <a:pt x="10585" y="358"/>
                  </a:lnTo>
                  <a:cubicBezTo>
                    <a:pt x="10585" y="167"/>
                    <a:pt x="10418" y="0"/>
                    <a:pt x="10228" y="0"/>
                  </a:cubicBezTo>
                  <a:lnTo>
                    <a:pt x="9859" y="0"/>
                  </a:lnTo>
                  <a:cubicBezTo>
                    <a:pt x="9656" y="0"/>
                    <a:pt x="9490" y="167"/>
                    <a:pt x="9490" y="358"/>
                  </a:cubicBezTo>
                  <a:lnTo>
                    <a:pt x="9490" y="739"/>
                  </a:lnTo>
                  <a:lnTo>
                    <a:pt x="2179" y="739"/>
                  </a:lnTo>
                  <a:lnTo>
                    <a:pt x="2179" y="358"/>
                  </a:lnTo>
                  <a:cubicBezTo>
                    <a:pt x="2179" y="167"/>
                    <a:pt x="2012" y="0"/>
                    <a:pt x="18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53"/>
            <p:cNvSpPr/>
            <p:nvPr/>
          </p:nvSpPr>
          <p:spPr>
            <a:xfrm>
              <a:off x="7574129" y="3891009"/>
              <a:ext cx="324418" cy="10662"/>
            </a:xfrm>
            <a:custGeom>
              <a:rect b="b" l="l" r="r" t="t"/>
              <a:pathLst>
                <a:path extrusionOk="0" h="335" w="10193">
                  <a:moveTo>
                    <a:pt x="155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34"/>
                    <a:pt x="155" y="334"/>
                  </a:cubicBezTo>
                  <a:lnTo>
                    <a:pt x="10025" y="334"/>
                  </a:lnTo>
                  <a:cubicBezTo>
                    <a:pt x="10121" y="334"/>
                    <a:pt x="10192" y="251"/>
                    <a:pt x="10192" y="168"/>
                  </a:cubicBezTo>
                  <a:cubicBezTo>
                    <a:pt x="10192" y="72"/>
                    <a:pt x="10121" y="1"/>
                    <a:pt x="100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53"/>
            <p:cNvSpPr/>
            <p:nvPr/>
          </p:nvSpPr>
          <p:spPr>
            <a:xfrm>
              <a:off x="7591188" y="3937637"/>
              <a:ext cx="45481" cy="10248"/>
            </a:xfrm>
            <a:custGeom>
              <a:rect b="b" l="l" r="r" t="t"/>
              <a:pathLst>
                <a:path extrusionOk="0" h="322" w="1429">
                  <a:moveTo>
                    <a:pt x="155" y="0"/>
                  </a:moveTo>
                  <a:cubicBezTo>
                    <a:pt x="72" y="0"/>
                    <a:pt x="0" y="72"/>
                    <a:pt x="0" y="155"/>
                  </a:cubicBezTo>
                  <a:cubicBezTo>
                    <a:pt x="0" y="250"/>
                    <a:pt x="72" y="322"/>
                    <a:pt x="155" y="322"/>
                  </a:cubicBezTo>
                  <a:lnTo>
                    <a:pt x="1262" y="322"/>
                  </a:lnTo>
                  <a:cubicBezTo>
                    <a:pt x="1346" y="322"/>
                    <a:pt x="1429" y="250"/>
                    <a:pt x="1429" y="155"/>
                  </a:cubicBezTo>
                  <a:cubicBezTo>
                    <a:pt x="1429" y="72"/>
                    <a:pt x="1346" y="0"/>
                    <a:pt x="12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53"/>
            <p:cNvSpPr/>
            <p:nvPr/>
          </p:nvSpPr>
          <p:spPr>
            <a:xfrm>
              <a:off x="7672667" y="3937637"/>
              <a:ext cx="45481" cy="10248"/>
            </a:xfrm>
            <a:custGeom>
              <a:rect b="b" l="l" r="r" t="t"/>
              <a:pathLst>
                <a:path extrusionOk="0" h="322" w="1429">
                  <a:moveTo>
                    <a:pt x="155" y="0"/>
                  </a:moveTo>
                  <a:cubicBezTo>
                    <a:pt x="71" y="0"/>
                    <a:pt x="0" y="72"/>
                    <a:pt x="0" y="155"/>
                  </a:cubicBezTo>
                  <a:cubicBezTo>
                    <a:pt x="0" y="250"/>
                    <a:pt x="71" y="322"/>
                    <a:pt x="155" y="322"/>
                  </a:cubicBezTo>
                  <a:lnTo>
                    <a:pt x="1262" y="322"/>
                  </a:lnTo>
                  <a:cubicBezTo>
                    <a:pt x="1345" y="322"/>
                    <a:pt x="1429" y="250"/>
                    <a:pt x="1429" y="155"/>
                  </a:cubicBezTo>
                  <a:cubicBezTo>
                    <a:pt x="1429" y="72"/>
                    <a:pt x="1345" y="0"/>
                    <a:pt x="12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53"/>
            <p:cNvSpPr/>
            <p:nvPr/>
          </p:nvSpPr>
          <p:spPr>
            <a:xfrm>
              <a:off x="7835592" y="3937637"/>
              <a:ext cx="45131" cy="10248"/>
            </a:xfrm>
            <a:custGeom>
              <a:rect b="b" l="l" r="r" t="t"/>
              <a:pathLst>
                <a:path extrusionOk="0" h="322" w="1418">
                  <a:moveTo>
                    <a:pt x="155" y="0"/>
                  </a:moveTo>
                  <a:cubicBezTo>
                    <a:pt x="72" y="0"/>
                    <a:pt x="1" y="72"/>
                    <a:pt x="1" y="155"/>
                  </a:cubicBezTo>
                  <a:cubicBezTo>
                    <a:pt x="1" y="250"/>
                    <a:pt x="72" y="322"/>
                    <a:pt x="155" y="322"/>
                  </a:cubicBezTo>
                  <a:lnTo>
                    <a:pt x="1263" y="322"/>
                  </a:lnTo>
                  <a:cubicBezTo>
                    <a:pt x="1346" y="322"/>
                    <a:pt x="1418" y="250"/>
                    <a:pt x="1418" y="155"/>
                  </a:cubicBezTo>
                  <a:cubicBezTo>
                    <a:pt x="1418" y="72"/>
                    <a:pt x="1346" y="0"/>
                    <a:pt x="1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53"/>
            <p:cNvSpPr/>
            <p:nvPr/>
          </p:nvSpPr>
          <p:spPr>
            <a:xfrm>
              <a:off x="7591188" y="3984232"/>
              <a:ext cx="45481" cy="10662"/>
            </a:xfrm>
            <a:custGeom>
              <a:rect b="b" l="l" r="r" t="t"/>
              <a:pathLst>
                <a:path extrusionOk="0" h="335" w="1429">
                  <a:moveTo>
                    <a:pt x="155" y="1"/>
                  </a:moveTo>
                  <a:cubicBezTo>
                    <a:pt x="72" y="1"/>
                    <a:pt x="0" y="84"/>
                    <a:pt x="0" y="168"/>
                  </a:cubicBezTo>
                  <a:cubicBezTo>
                    <a:pt x="0" y="263"/>
                    <a:pt x="72" y="334"/>
                    <a:pt x="155" y="334"/>
                  </a:cubicBezTo>
                  <a:lnTo>
                    <a:pt x="1262" y="334"/>
                  </a:lnTo>
                  <a:cubicBezTo>
                    <a:pt x="1346" y="334"/>
                    <a:pt x="1429" y="263"/>
                    <a:pt x="1429" y="168"/>
                  </a:cubicBezTo>
                  <a:cubicBezTo>
                    <a:pt x="1429" y="84"/>
                    <a:pt x="1346" y="1"/>
                    <a:pt x="12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53"/>
            <p:cNvSpPr/>
            <p:nvPr/>
          </p:nvSpPr>
          <p:spPr>
            <a:xfrm>
              <a:off x="7754113" y="3984232"/>
              <a:ext cx="45513" cy="10662"/>
            </a:xfrm>
            <a:custGeom>
              <a:rect b="b" l="l" r="r" t="t"/>
              <a:pathLst>
                <a:path extrusionOk="0" h="335" w="1430">
                  <a:moveTo>
                    <a:pt x="156" y="1"/>
                  </a:moveTo>
                  <a:cubicBezTo>
                    <a:pt x="72" y="1"/>
                    <a:pt x="1" y="84"/>
                    <a:pt x="1" y="168"/>
                  </a:cubicBezTo>
                  <a:cubicBezTo>
                    <a:pt x="1" y="263"/>
                    <a:pt x="72" y="334"/>
                    <a:pt x="156" y="334"/>
                  </a:cubicBezTo>
                  <a:lnTo>
                    <a:pt x="1263" y="334"/>
                  </a:lnTo>
                  <a:cubicBezTo>
                    <a:pt x="1346" y="334"/>
                    <a:pt x="1430" y="263"/>
                    <a:pt x="1430" y="168"/>
                  </a:cubicBezTo>
                  <a:cubicBezTo>
                    <a:pt x="1430" y="84"/>
                    <a:pt x="1346" y="1"/>
                    <a:pt x="12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53"/>
            <p:cNvSpPr/>
            <p:nvPr/>
          </p:nvSpPr>
          <p:spPr>
            <a:xfrm>
              <a:off x="7591188" y="4030859"/>
              <a:ext cx="45481" cy="10248"/>
            </a:xfrm>
            <a:custGeom>
              <a:rect b="b" l="l" r="r" t="t"/>
              <a:pathLst>
                <a:path extrusionOk="0" h="322" w="1429">
                  <a:moveTo>
                    <a:pt x="155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22"/>
                    <a:pt x="155" y="322"/>
                  </a:cubicBezTo>
                  <a:lnTo>
                    <a:pt x="1262" y="322"/>
                  </a:lnTo>
                  <a:cubicBezTo>
                    <a:pt x="1346" y="322"/>
                    <a:pt x="1429" y="250"/>
                    <a:pt x="1429" y="167"/>
                  </a:cubicBezTo>
                  <a:cubicBezTo>
                    <a:pt x="1429" y="72"/>
                    <a:pt x="1346" y="0"/>
                    <a:pt x="12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53"/>
            <p:cNvSpPr/>
            <p:nvPr/>
          </p:nvSpPr>
          <p:spPr>
            <a:xfrm>
              <a:off x="7672667" y="4030859"/>
              <a:ext cx="45481" cy="10248"/>
            </a:xfrm>
            <a:custGeom>
              <a:rect b="b" l="l" r="r" t="t"/>
              <a:pathLst>
                <a:path extrusionOk="0" h="322" w="1429">
                  <a:moveTo>
                    <a:pt x="155" y="0"/>
                  </a:moveTo>
                  <a:cubicBezTo>
                    <a:pt x="71" y="0"/>
                    <a:pt x="0" y="72"/>
                    <a:pt x="0" y="167"/>
                  </a:cubicBezTo>
                  <a:cubicBezTo>
                    <a:pt x="0" y="250"/>
                    <a:pt x="71" y="322"/>
                    <a:pt x="155" y="322"/>
                  </a:cubicBezTo>
                  <a:lnTo>
                    <a:pt x="1262" y="322"/>
                  </a:lnTo>
                  <a:cubicBezTo>
                    <a:pt x="1345" y="322"/>
                    <a:pt x="1429" y="250"/>
                    <a:pt x="1429" y="167"/>
                  </a:cubicBezTo>
                  <a:cubicBezTo>
                    <a:pt x="1429" y="72"/>
                    <a:pt x="1345" y="0"/>
                    <a:pt x="12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53"/>
            <p:cNvSpPr/>
            <p:nvPr/>
          </p:nvSpPr>
          <p:spPr>
            <a:xfrm>
              <a:off x="7835592" y="4030859"/>
              <a:ext cx="45131" cy="10248"/>
            </a:xfrm>
            <a:custGeom>
              <a:rect b="b" l="l" r="r" t="t"/>
              <a:pathLst>
                <a:path extrusionOk="0" h="322" w="1418">
                  <a:moveTo>
                    <a:pt x="155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55" y="322"/>
                  </a:cubicBezTo>
                  <a:lnTo>
                    <a:pt x="1263" y="322"/>
                  </a:lnTo>
                  <a:cubicBezTo>
                    <a:pt x="1346" y="322"/>
                    <a:pt x="1418" y="250"/>
                    <a:pt x="1418" y="167"/>
                  </a:cubicBezTo>
                  <a:cubicBezTo>
                    <a:pt x="1418" y="72"/>
                    <a:pt x="1346" y="0"/>
                    <a:pt x="1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53"/>
            <p:cNvSpPr/>
            <p:nvPr/>
          </p:nvSpPr>
          <p:spPr>
            <a:xfrm>
              <a:off x="7672667" y="4077073"/>
              <a:ext cx="45481" cy="10662"/>
            </a:xfrm>
            <a:custGeom>
              <a:rect b="b" l="l" r="r" t="t"/>
              <a:pathLst>
                <a:path extrusionOk="0" h="335" w="1429">
                  <a:moveTo>
                    <a:pt x="155" y="1"/>
                  </a:moveTo>
                  <a:cubicBezTo>
                    <a:pt x="71" y="1"/>
                    <a:pt x="0" y="84"/>
                    <a:pt x="0" y="168"/>
                  </a:cubicBezTo>
                  <a:cubicBezTo>
                    <a:pt x="0" y="263"/>
                    <a:pt x="71" y="334"/>
                    <a:pt x="155" y="334"/>
                  </a:cubicBezTo>
                  <a:lnTo>
                    <a:pt x="1262" y="334"/>
                  </a:lnTo>
                  <a:cubicBezTo>
                    <a:pt x="1345" y="334"/>
                    <a:pt x="1429" y="263"/>
                    <a:pt x="1429" y="168"/>
                  </a:cubicBezTo>
                  <a:cubicBezTo>
                    <a:pt x="1429" y="84"/>
                    <a:pt x="1345" y="1"/>
                    <a:pt x="12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53"/>
            <p:cNvSpPr/>
            <p:nvPr/>
          </p:nvSpPr>
          <p:spPr>
            <a:xfrm>
              <a:off x="7754113" y="4077073"/>
              <a:ext cx="45513" cy="10662"/>
            </a:xfrm>
            <a:custGeom>
              <a:rect b="b" l="l" r="r" t="t"/>
              <a:pathLst>
                <a:path extrusionOk="0" h="335" w="1430">
                  <a:moveTo>
                    <a:pt x="156" y="1"/>
                  </a:moveTo>
                  <a:cubicBezTo>
                    <a:pt x="72" y="1"/>
                    <a:pt x="1" y="84"/>
                    <a:pt x="1" y="168"/>
                  </a:cubicBezTo>
                  <a:cubicBezTo>
                    <a:pt x="1" y="263"/>
                    <a:pt x="72" y="334"/>
                    <a:pt x="156" y="334"/>
                  </a:cubicBezTo>
                  <a:lnTo>
                    <a:pt x="1263" y="334"/>
                  </a:lnTo>
                  <a:cubicBezTo>
                    <a:pt x="1346" y="334"/>
                    <a:pt x="1430" y="263"/>
                    <a:pt x="1430" y="168"/>
                  </a:cubicBezTo>
                  <a:cubicBezTo>
                    <a:pt x="1430" y="84"/>
                    <a:pt x="1346" y="1"/>
                    <a:pt x="12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53"/>
            <p:cNvSpPr/>
            <p:nvPr/>
          </p:nvSpPr>
          <p:spPr>
            <a:xfrm>
              <a:off x="7835592" y="4077073"/>
              <a:ext cx="45131" cy="10662"/>
            </a:xfrm>
            <a:custGeom>
              <a:rect b="b" l="l" r="r" t="t"/>
              <a:pathLst>
                <a:path extrusionOk="0" h="335" w="1418">
                  <a:moveTo>
                    <a:pt x="155" y="1"/>
                  </a:moveTo>
                  <a:cubicBezTo>
                    <a:pt x="72" y="1"/>
                    <a:pt x="1" y="84"/>
                    <a:pt x="1" y="168"/>
                  </a:cubicBezTo>
                  <a:cubicBezTo>
                    <a:pt x="1" y="263"/>
                    <a:pt x="72" y="334"/>
                    <a:pt x="155" y="334"/>
                  </a:cubicBezTo>
                  <a:lnTo>
                    <a:pt x="1263" y="334"/>
                  </a:lnTo>
                  <a:cubicBezTo>
                    <a:pt x="1346" y="334"/>
                    <a:pt x="1418" y="263"/>
                    <a:pt x="1418" y="168"/>
                  </a:cubicBezTo>
                  <a:cubicBezTo>
                    <a:pt x="1418" y="84"/>
                    <a:pt x="1346" y="1"/>
                    <a:pt x="12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53"/>
            <p:cNvSpPr/>
            <p:nvPr/>
          </p:nvSpPr>
          <p:spPr>
            <a:xfrm>
              <a:off x="7672667" y="3972583"/>
              <a:ext cx="46245" cy="34055"/>
            </a:xfrm>
            <a:custGeom>
              <a:rect b="b" l="l" r="r" t="t"/>
              <a:pathLst>
                <a:path extrusionOk="0" h="1070" w="1453">
                  <a:moveTo>
                    <a:pt x="1262" y="1"/>
                  </a:moveTo>
                  <a:cubicBezTo>
                    <a:pt x="1217" y="1"/>
                    <a:pt x="1173" y="16"/>
                    <a:pt x="1143" y="45"/>
                  </a:cubicBezTo>
                  <a:lnTo>
                    <a:pt x="536" y="653"/>
                  </a:lnTo>
                  <a:lnTo>
                    <a:pt x="298" y="415"/>
                  </a:lnTo>
                  <a:cubicBezTo>
                    <a:pt x="268" y="385"/>
                    <a:pt x="223" y="370"/>
                    <a:pt x="179" y="370"/>
                  </a:cubicBezTo>
                  <a:cubicBezTo>
                    <a:pt x="134" y="370"/>
                    <a:pt x="89" y="385"/>
                    <a:pt x="60" y="415"/>
                  </a:cubicBezTo>
                  <a:cubicBezTo>
                    <a:pt x="0" y="474"/>
                    <a:pt x="0" y="593"/>
                    <a:pt x="60" y="653"/>
                  </a:cubicBezTo>
                  <a:lnTo>
                    <a:pt x="429" y="1022"/>
                  </a:lnTo>
                  <a:cubicBezTo>
                    <a:pt x="452" y="1057"/>
                    <a:pt x="500" y="1069"/>
                    <a:pt x="548" y="1069"/>
                  </a:cubicBezTo>
                  <a:cubicBezTo>
                    <a:pt x="595" y="1069"/>
                    <a:pt x="631" y="1057"/>
                    <a:pt x="667" y="1022"/>
                  </a:cubicBezTo>
                  <a:lnTo>
                    <a:pt x="1393" y="295"/>
                  </a:lnTo>
                  <a:cubicBezTo>
                    <a:pt x="1453" y="224"/>
                    <a:pt x="1453" y="117"/>
                    <a:pt x="1381" y="45"/>
                  </a:cubicBezTo>
                  <a:cubicBezTo>
                    <a:pt x="1351" y="16"/>
                    <a:pt x="1307" y="1"/>
                    <a:pt x="12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53"/>
            <p:cNvSpPr/>
            <p:nvPr/>
          </p:nvSpPr>
          <p:spPr>
            <a:xfrm>
              <a:off x="7835592" y="3972583"/>
              <a:ext cx="45895" cy="34055"/>
            </a:xfrm>
            <a:custGeom>
              <a:rect b="b" l="l" r="r" t="t"/>
              <a:pathLst>
                <a:path extrusionOk="0" h="1070" w="1442">
                  <a:moveTo>
                    <a:pt x="1263" y="1"/>
                  </a:moveTo>
                  <a:cubicBezTo>
                    <a:pt x="1218" y="1"/>
                    <a:pt x="1173" y="16"/>
                    <a:pt x="1144" y="45"/>
                  </a:cubicBezTo>
                  <a:lnTo>
                    <a:pt x="536" y="653"/>
                  </a:lnTo>
                  <a:lnTo>
                    <a:pt x="298" y="415"/>
                  </a:lnTo>
                  <a:cubicBezTo>
                    <a:pt x="269" y="385"/>
                    <a:pt x="224" y="370"/>
                    <a:pt x="179" y="370"/>
                  </a:cubicBezTo>
                  <a:cubicBezTo>
                    <a:pt x="135" y="370"/>
                    <a:pt x="90" y="385"/>
                    <a:pt x="60" y="415"/>
                  </a:cubicBezTo>
                  <a:cubicBezTo>
                    <a:pt x="1" y="474"/>
                    <a:pt x="1" y="593"/>
                    <a:pt x="60" y="653"/>
                  </a:cubicBezTo>
                  <a:lnTo>
                    <a:pt x="429" y="1022"/>
                  </a:lnTo>
                  <a:cubicBezTo>
                    <a:pt x="453" y="1057"/>
                    <a:pt x="501" y="1069"/>
                    <a:pt x="548" y="1069"/>
                  </a:cubicBezTo>
                  <a:cubicBezTo>
                    <a:pt x="596" y="1069"/>
                    <a:pt x="632" y="1057"/>
                    <a:pt x="667" y="1022"/>
                  </a:cubicBezTo>
                  <a:lnTo>
                    <a:pt x="1394" y="295"/>
                  </a:lnTo>
                  <a:cubicBezTo>
                    <a:pt x="1441" y="224"/>
                    <a:pt x="1441" y="117"/>
                    <a:pt x="1382" y="45"/>
                  </a:cubicBezTo>
                  <a:cubicBezTo>
                    <a:pt x="1352" y="16"/>
                    <a:pt x="1307" y="1"/>
                    <a:pt x="12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53"/>
            <p:cNvSpPr/>
            <p:nvPr/>
          </p:nvSpPr>
          <p:spPr>
            <a:xfrm>
              <a:off x="7754113" y="4019592"/>
              <a:ext cx="46277" cy="34024"/>
            </a:xfrm>
            <a:custGeom>
              <a:rect b="b" l="l" r="r" t="t"/>
              <a:pathLst>
                <a:path extrusionOk="0" h="1069" w="1454">
                  <a:moveTo>
                    <a:pt x="1263" y="0"/>
                  </a:moveTo>
                  <a:cubicBezTo>
                    <a:pt x="1218" y="0"/>
                    <a:pt x="1174" y="15"/>
                    <a:pt x="1144" y="45"/>
                  </a:cubicBezTo>
                  <a:lnTo>
                    <a:pt x="537" y="652"/>
                  </a:lnTo>
                  <a:lnTo>
                    <a:pt x="299" y="414"/>
                  </a:lnTo>
                  <a:cubicBezTo>
                    <a:pt x="269" y="384"/>
                    <a:pt x="224" y="369"/>
                    <a:pt x="179" y="369"/>
                  </a:cubicBezTo>
                  <a:cubicBezTo>
                    <a:pt x="135" y="369"/>
                    <a:pt x="90" y="384"/>
                    <a:pt x="60" y="414"/>
                  </a:cubicBezTo>
                  <a:cubicBezTo>
                    <a:pt x="1" y="473"/>
                    <a:pt x="1" y="593"/>
                    <a:pt x="60" y="652"/>
                  </a:cubicBezTo>
                  <a:lnTo>
                    <a:pt x="429" y="1021"/>
                  </a:lnTo>
                  <a:cubicBezTo>
                    <a:pt x="453" y="1057"/>
                    <a:pt x="501" y="1069"/>
                    <a:pt x="549" y="1069"/>
                  </a:cubicBezTo>
                  <a:cubicBezTo>
                    <a:pt x="596" y="1069"/>
                    <a:pt x="632" y="1057"/>
                    <a:pt x="668" y="1021"/>
                  </a:cubicBezTo>
                  <a:lnTo>
                    <a:pt x="1394" y="295"/>
                  </a:lnTo>
                  <a:cubicBezTo>
                    <a:pt x="1453" y="200"/>
                    <a:pt x="1453" y="104"/>
                    <a:pt x="1382" y="45"/>
                  </a:cubicBezTo>
                  <a:cubicBezTo>
                    <a:pt x="1352" y="15"/>
                    <a:pt x="1308" y="0"/>
                    <a:pt x="1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53"/>
            <p:cNvSpPr/>
            <p:nvPr/>
          </p:nvSpPr>
          <p:spPr>
            <a:xfrm>
              <a:off x="7591188" y="4065806"/>
              <a:ext cx="46245" cy="34055"/>
            </a:xfrm>
            <a:custGeom>
              <a:rect b="b" l="l" r="r" t="t"/>
              <a:pathLst>
                <a:path extrusionOk="0" h="1070" w="1453">
                  <a:moveTo>
                    <a:pt x="1262" y="1"/>
                  </a:moveTo>
                  <a:cubicBezTo>
                    <a:pt x="1218" y="1"/>
                    <a:pt x="1173" y="16"/>
                    <a:pt x="1143" y="45"/>
                  </a:cubicBezTo>
                  <a:lnTo>
                    <a:pt x="536" y="653"/>
                  </a:lnTo>
                  <a:lnTo>
                    <a:pt x="298" y="414"/>
                  </a:lnTo>
                  <a:cubicBezTo>
                    <a:pt x="268" y="385"/>
                    <a:pt x="223" y="370"/>
                    <a:pt x="179" y="370"/>
                  </a:cubicBezTo>
                  <a:cubicBezTo>
                    <a:pt x="134" y="370"/>
                    <a:pt x="89" y="385"/>
                    <a:pt x="60" y="414"/>
                  </a:cubicBezTo>
                  <a:cubicBezTo>
                    <a:pt x="0" y="474"/>
                    <a:pt x="0" y="593"/>
                    <a:pt x="60" y="653"/>
                  </a:cubicBezTo>
                  <a:lnTo>
                    <a:pt x="429" y="1034"/>
                  </a:lnTo>
                  <a:cubicBezTo>
                    <a:pt x="453" y="1057"/>
                    <a:pt x="500" y="1069"/>
                    <a:pt x="548" y="1069"/>
                  </a:cubicBezTo>
                  <a:cubicBezTo>
                    <a:pt x="595" y="1069"/>
                    <a:pt x="631" y="1057"/>
                    <a:pt x="667" y="1034"/>
                  </a:cubicBezTo>
                  <a:lnTo>
                    <a:pt x="1393" y="295"/>
                  </a:lnTo>
                  <a:cubicBezTo>
                    <a:pt x="1453" y="224"/>
                    <a:pt x="1453" y="105"/>
                    <a:pt x="1381" y="45"/>
                  </a:cubicBezTo>
                  <a:cubicBezTo>
                    <a:pt x="1352" y="16"/>
                    <a:pt x="1307" y="1"/>
                    <a:pt x="12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53"/>
            <p:cNvSpPr/>
            <p:nvPr/>
          </p:nvSpPr>
          <p:spPr>
            <a:xfrm>
              <a:off x="7754113" y="3925988"/>
              <a:ext cx="46277" cy="34406"/>
            </a:xfrm>
            <a:custGeom>
              <a:rect b="b" l="l" r="r" t="t"/>
              <a:pathLst>
                <a:path extrusionOk="0" h="1081" w="1454">
                  <a:moveTo>
                    <a:pt x="1263" y="0"/>
                  </a:moveTo>
                  <a:cubicBezTo>
                    <a:pt x="1218" y="0"/>
                    <a:pt x="1174" y="15"/>
                    <a:pt x="1144" y="45"/>
                  </a:cubicBezTo>
                  <a:lnTo>
                    <a:pt x="537" y="664"/>
                  </a:lnTo>
                  <a:lnTo>
                    <a:pt x="299" y="426"/>
                  </a:lnTo>
                  <a:cubicBezTo>
                    <a:pt x="269" y="396"/>
                    <a:pt x="224" y="381"/>
                    <a:pt x="179" y="381"/>
                  </a:cubicBezTo>
                  <a:cubicBezTo>
                    <a:pt x="135" y="381"/>
                    <a:pt x="90" y="396"/>
                    <a:pt x="60" y="426"/>
                  </a:cubicBezTo>
                  <a:cubicBezTo>
                    <a:pt x="1" y="486"/>
                    <a:pt x="1" y="605"/>
                    <a:pt x="60" y="664"/>
                  </a:cubicBezTo>
                  <a:lnTo>
                    <a:pt x="429" y="1033"/>
                  </a:lnTo>
                  <a:cubicBezTo>
                    <a:pt x="453" y="1057"/>
                    <a:pt x="501" y="1081"/>
                    <a:pt x="549" y="1081"/>
                  </a:cubicBezTo>
                  <a:cubicBezTo>
                    <a:pt x="596" y="1081"/>
                    <a:pt x="632" y="1057"/>
                    <a:pt x="668" y="1033"/>
                  </a:cubicBezTo>
                  <a:lnTo>
                    <a:pt x="1394" y="307"/>
                  </a:lnTo>
                  <a:cubicBezTo>
                    <a:pt x="1453" y="224"/>
                    <a:pt x="1453" y="128"/>
                    <a:pt x="1382" y="45"/>
                  </a:cubicBezTo>
                  <a:cubicBezTo>
                    <a:pt x="1352" y="15"/>
                    <a:pt x="1308" y="0"/>
                    <a:pt x="1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0" name="Google Shape;400;p53"/>
          <p:cNvSpPr txBox="1"/>
          <p:nvPr/>
        </p:nvSpPr>
        <p:spPr>
          <a:xfrm>
            <a:off x="1627625" y="175385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Data Security</a:t>
            </a:r>
            <a:endParaRPr/>
          </a:p>
        </p:txBody>
      </p:sp>
      <p:sp>
        <p:nvSpPr>
          <p:cNvPr id="401" name="Google Shape;401;p53"/>
          <p:cNvSpPr txBox="1"/>
          <p:nvPr/>
        </p:nvSpPr>
        <p:spPr>
          <a:xfrm>
            <a:off x="1627613" y="2783075"/>
            <a:ext cx="3000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Atleast 5% increase in downloads for every quarter</a:t>
            </a:r>
            <a:endParaRPr/>
          </a:p>
        </p:txBody>
      </p:sp>
      <p:sp>
        <p:nvSpPr>
          <p:cNvPr id="402" name="Google Shape;402;p53"/>
          <p:cNvSpPr txBox="1"/>
          <p:nvPr/>
        </p:nvSpPr>
        <p:spPr>
          <a:xfrm>
            <a:off x="1501025" y="3485413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  </a:t>
            </a:r>
            <a:endParaRPr sz="1600">
              <a:solidFill>
                <a:schemeClr val="lt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grpSp>
        <p:nvGrpSpPr>
          <p:cNvPr id="403" name="Google Shape;403;p53"/>
          <p:cNvGrpSpPr/>
          <p:nvPr/>
        </p:nvGrpSpPr>
        <p:grpSpPr>
          <a:xfrm>
            <a:off x="1086913" y="1888475"/>
            <a:ext cx="270050" cy="362650"/>
            <a:chOff x="3293525" y="3602950"/>
            <a:chExt cx="270050" cy="362650"/>
          </a:xfrm>
        </p:grpSpPr>
        <p:sp>
          <p:nvSpPr>
            <p:cNvPr id="404" name="Google Shape;404;p53"/>
            <p:cNvSpPr/>
            <p:nvPr/>
          </p:nvSpPr>
          <p:spPr>
            <a:xfrm>
              <a:off x="3293525" y="3602950"/>
              <a:ext cx="270050" cy="362650"/>
            </a:xfrm>
            <a:custGeom>
              <a:rect b="b" l="l" r="r" t="t"/>
              <a:pathLst>
                <a:path extrusionOk="0" h="14506" w="10802">
                  <a:moveTo>
                    <a:pt x="7685" y="556"/>
                  </a:moveTo>
                  <a:cubicBezTo>
                    <a:pt x="7839" y="1544"/>
                    <a:pt x="8672" y="2253"/>
                    <a:pt x="9660" y="2253"/>
                  </a:cubicBezTo>
                  <a:lnTo>
                    <a:pt x="10215" y="2253"/>
                  </a:lnTo>
                  <a:lnTo>
                    <a:pt x="10215" y="7160"/>
                  </a:lnTo>
                  <a:cubicBezTo>
                    <a:pt x="10215" y="10216"/>
                    <a:pt x="8302" y="12932"/>
                    <a:pt x="5401" y="13919"/>
                  </a:cubicBezTo>
                  <a:cubicBezTo>
                    <a:pt x="2500" y="12932"/>
                    <a:pt x="586" y="10216"/>
                    <a:pt x="586" y="7160"/>
                  </a:cubicBezTo>
                  <a:lnTo>
                    <a:pt x="586" y="2253"/>
                  </a:lnTo>
                  <a:lnTo>
                    <a:pt x="1142" y="2253"/>
                  </a:lnTo>
                  <a:cubicBezTo>
                    <a:pt x="2130" y="2253"/>
                    <a:pt x="2963" y="1544"/>
                    <a:pt x="3117" y="556"/>
                  </a:cubicBezTo>
                  <a:close/>
                  <a:moveTo>
                    <a:pt x="2839" y="0"/>
                  </a:moveTo>
                  <a:cubicBezTo>
                    <a:pt x="2685" y="0"/>
                    <a:pt x="2562" y="124"/>
                    <a:pt x="2562" y="278"/>
                  </a:cubicBezTo>
                  <a:cubicBezTo>
                    <a:pt x="2562" y="1050"/>
                    <a:pt x="1913" y="1698"/>
                    <a:pt x="1142" y="1698"/>
                  </a:cubicBezTo>
                  <a:lnTo>
                    <a:pt x="278" y="1698"/>
                  </a:lnTo>
                  <a:cubicBezTo>
                    <a:pt x="123" y="1698"/>
                    <a:pt x="0" y="1821"/>
                    <a:pt x="0" y="1976"/>
                  </a:cubicBezTo>
                  <a:lnTo>
                    <a:pt x="0" y="7160"/>
                  </a:lnTo>
                  <a:cubicBezTo>
                    <a:pt x="0" y="10493"/>
                    <a:pt x="2130" y="13456"/>
                    <a:pt x="5308" y="14505"/>
                  </a:cubicBezTo>
                  <a:lnTo>
                    <a:pt x="5493" y="14505"/>
                  </a:lnTo>
                  <a:cubicBezTo>
                    <a:pt x="8672" y="13456"/>
                    <a:pt x="10802" y="10493"/>
                    <a:pt x="10802" y="7160"/>
                  </a:cubicBezTo>
                  <a:lnTo>
                    <a:pt x="10802" y="1976"/>
                  </a:lnTo>
                  <a:cubicBezTo>
                    <a:pt x="10802" y="1821"/>
                    <a:pt x="10678" y="1698"/>
                    <a:pt x="10524" y="1698"/>
                  </a:cubicBezTo>
                  <a:lnTo>
                    <a:pt x="9660" y="1698"/>
                  </a:lnTo>
                  <a:cubicBezTo>
                    <a:pt x="8888" y="1698"/>
                    <a:pt x="8240" y="1050"/>
                    <a:pt x="8240" y="278"/>
                  </a:cubicBezTo>
                  <a:cubicBezTo>
                    <a:pt x="8240" y="124"/>
                    <a:pt x="8117" y="0"/>
                    <a:pt x="79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53"/>
            <p:cNvSpPr/>
            <p:nvPr/>
          </p:nvSpPr>
          <p:spPr>
            <a:xfrm>
              <a:off x="3335950" y="3645375"/>
              <a:ext cx="184425" cy="274500"/>
            </a:xfrm>
            <a:custGeom>
              <a:rect b="b" l="l" r="r" t="t"/>
              <a:pathLst>
                <a:path extrusionOk="0" h="10980" w="7377">
                  <a:moveTo>
                    <a:pt x="4846" y="556"/>
                  </a:moveTo>
                  <a:cubicBezTo>
                    <a:pt x="5309" y="1266"/>
                    <a:pt x="5988" y="1822"/>
                    <a:pt x="6821" y="2099"/>
                  </a:cubicBezTo>
                  <a:lnTo>
                    <a:pt x="6821" y="5463"/>
                  </a:lnTo>
                  <a:cubicBezTo>
                    <a:pt x="6821" y="7469"/>
                    <a:pt x="5741" y="9290"/>
                    <a:pt x="3982" y="10278"/>
                  </a:cubicBezTo>
                  <a:lnTo>
                    <a:pt x="3982" y="6821"/>
                  </a:lnTo>
                  <a:cubicBezTo>
                    <a:pt x="3966" y="6652"/>
                    <a:pt x="3835" y="6567"/>
                    <a:pt x="3704" y="6567"/>
                  </a:cubicBezTo>
                  <a:cubicBezTo>
                    <a:pt x="3573" y="6567"/>
                    <a:pt x="3442" y="6652"/>
                    <a:pt x="3426" y="6821"/>
                  </a:cubicBezTo>
                  <a:lnTo>
                    <a:pt x="3426" y="10278"/>
                  </a:lnTo>
                  <a:cubicBezTo>
                    <a:pt x="1667" y="9290"/>
                    <a:pt x="587" y="7469"/>
                    <a:pt x="587" y="5463"/>
                  </a:cubicBezTo>
                  <a:lnTo>
                    <a:pt x="587" y="2099"/>
                  </a:lnTo>
                  <a:cubicBezTo>
                    <a:pt x="1389" y="1822"/>
                    <a:pt x="2099" y="1266"/>
                    <a:pt x="2562" y="556"/>
                  </a:cubicBezTo>
                  <a:lnTo>
                    <a:pt x="3426" y="556"/>
                  </a:lnTo>
                  <a:lnTo>
                    <a:pt x="3426" y="4260"/>
                  </a:lnTo>
                  <a:cubicBezTo>
                    <a:pt x="3395" y="4476"/>
                    <a:pt x="3542" y="4584"/>
                    <a:pt x="3692" y="4584"/>
                  </a:cubicBezTo>
                  <a:cubicBezTo>
                    <a:pt x="3843" y="4584"/>
                    <a:pt x="3997" y="4476"/>
                    <a:pt x="3982" y="4260"/>
                  </a:cubicBezTo>
                  <a:lnTo>
                    <a:pt x="3982" y="556"/>
                  </a:lnTo>
                  <a:close/>
                  <a:moveTo>
                    <a:pt x="2377" y="1"/>
                  </a:moveTo>
                  <a:cubicBezTo>
                    <a:pt x="2284" y="1"/>
                    <a:pt x="2192" y="32"/>
                    <a:pt x="2130" y="124"/>
                  </a:cubicBezTo>
                  <a:cubicBezTo>
                    <a:pt x="1698" y="865"/>
                    <a:pt x="1019" y="1390"/>
                    <a:pt x="216" y="1606"/>
                  </a:cubicBezTo>
                  <a:cubicBezTo>
                    <a:pt x="93" y="1637"/>
                    <a:pt x="0" y="1729"/>
                    <a:pt x="0" y="1883"/>
                  </a:cubicBezTo>
                  <a:lnTo>
                    <a:pt x="0" y="5463"/>
                  </a:lnTo>
                  <a:cubicBezTo>
                    <a:pt x="0" y="7840"/>
                    <a:pt x="1389" y="10000"/>
                    <a:pt x="3580" y="10957"/>
                  </a:cubicBezTo>
                  <a:cubicBezTo>
                    <a:pt x="3611" y="10972"/>
                    <a:pt x="3650" y="10980"/>
                    <a:pt x="3688" y="10980"/>
                  </a:cubicBezTo>
                  <a:cubicBezTo>
                    <a:pt x="3727" y="10980"/>
                    <a:pt x="3766" y="10972"/>
                    <a:pt x="3796" y="10957"/>
                  </a:cubicBezTo>
                  <a:cubicBezTo>
                    <a:pt x="5988" y="10000"/>
                    <a:pt x="7376" y="7840"/>
                    <a:pt x="7376" y="5463"/>
                  </a:cubicBezTo>
                  <a:lnTo>
                    <a:pt x="7376" y="1883"/>
                  </a:lnTo>
                  <a:cubicBezTo>
                    <a:pt x="7376" y="1729"/>
                    <a:pt x="7284" y="1637"/>
                    <a:pt x="7160" y="1606"/>
                  </a:cubicBezTo>
                  <a:cubicBezTo>
                    <a:pt x="6358" y="1390"/>
                    <a:pt x="5648" y="865"/>
                    <a:pt x="5247" y="124"/>
                  </a:cubicBezTo>
                  <a:cubicBezTo>
                    <a:pt x="5185" y="32"/>
                    <a:pt x="5093" y="1"/>
                    <a:pt x="50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53"/>
            <p:cNvSpPr/>
            <p:nvPr/>
          </p:nvSpPr>
          <p:spPr>
            <a:xfrm>
              <a:off x="3418500" y="3777325"/>
              <a:ext cx="17000" cy="14075"/>
            </a:xfrm>
            <a:custGeom>
              <a:rect b="b" l="l" r="r" t="t"/>
              <a:pathLst>
                <a:path extrusionOk="0" h="563" w="680">
                  <a:moveTo>
                    <a:pt x="402" y="0"/>
                  </a:moveTo>
                  <a:cubicBezTo>
                    <a:pt x="155" y="0"/>
                    <a:pt x="1" y="309"/>
                    <a:pt x="186" y="494"/>
                  </a:cubicBezTo>
                  <a:cubicBezTo>
                    <a:pt x="242" y="541"/>
                    <a:pt x="310" y="562"/>
                    <a:pt x="376" y="562"/>
                  </a:cubicBezTo>
                  <a:cubicBezTo>
                    <a:pt x="530" y="562"/>
                    <a:pt x="680" y="450"/>
                    <a:pt x="680" y="278"/>
                  </a:cubicBezTo>
                  <a:cubicBezTo>
                    <a:pt x="680" y="124"/>
                    <a:pt x="556" y="0"/>
                    <a:pt x="4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4"/>
          <p:cNvSpPr txBox="1"/>
          <p:nvPr>
            <p:ph type="ctrTitle"/>
          </p:nvPr>
        </p:nvSpPr>
        <p:spPr>
          <a:xfrm>
            <a:off x="3426000" y="206800"/>
            <a:ext cx="248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dk1"/>
                </a:solidFill>
              </a:rPr>
              <a:t>Market size</a:t>
            </a:r>
            <a:endParaRPr sz="3100">
              <a:solidFill>
                <a:schemeClr val="dk1"/>
              </a:solidFill>
            </a:endParaRPr>
          </a:p>
        </p:txBody>
      </p:sp>
      <p:sp>
        <p:nvSpPr>
          <p:cNvPr id="412" name="Google Shape;412;p54"/>
          <p:cNvSpPr/>
          <p:nvPr/>
        </p:nvSpPr>
        <p:spPr>
          <a:xfrm>
            <a:off x="2786850" y="941063"/>
            <a:ext cx="3570300" cy="36951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13" name="Google Shape;413;p54"/>
          <p:cNvSpPr/>
          <p:nvPr/>
        </p:nvSpPr>
        <p:spPr>
          <a:xfrm>
            <a:off x="3111900" y="1718338"/>
            <a:ext cx="2920200" cy="2917800"/>
          </a:xfrm>
          <a:prstGeom prst="ellipse">
            <a:avLst/>
          </a:prstGeom>
          <a:solidFill>
            <a:srgbClr val="CCCCC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14" name="Google Shape;414;p54"/>
          <p:cNvSpPr/>
          <p:nvPr/>
        </p:nvSpPr>
        <p:spPr>
          <a:xfrm>
            <a:off x="3547050" y="2664863"/>
            <a:ext cx="2049900" cy="1971300"/>
          </a:xfrm>
          <a:prstGeom prst="ellipse">
            <a:avLst/>
          </a:prstGeom>
          <a:solidFill>
            <a:srgbClr val="999999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15" name="Google Shape;415;p54"/>
          <p:cNvSpPr txBox="1"/>
          <p:nvPr/>
        </p:nvSpPr>
        <p:spPr>
          <a:xfrm>
            <a:off x="3950250" y="1256638"/>
            <a:ext cx="1243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TAM $16B</a:t>
            </a:r>
            <a:endParaRPr b="1" sz="17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6" name="Google Shape;416;p54"/>
          <p:cNvSpPr txBox="1"/>
          <p:nvPr/>
        </p:nvSpPr>
        <p:spPr>
          <a:xfrm>
            <a:off x="3950250" y="2044913"/>
            <a:ext cx="1436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b="1" lang="en" sz="17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AM $5.5B</a:t>
            </a:r>
            <a:endParaRPr b="1" sz="17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7" name="Google Shape;417;p54"/>
          <p:cNvSpPr txBox="1"/>
          <p:nvPr/>
        </p:nvSpPr>
        <p:spPr>
          <a:xfrm>
            <a:off x="3950250" y="3097988"/>
            <a:ext cx="1436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SO</a:t>
            </a:r>
            <a:r>
              <a:rPr b="1" lang="en" sz="17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 $8.1M</a:t>
            </a:r>
            <a:endParaRPr b="1" sz="17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8" name="Google Shape;418;p54"/>
          <p:cNvSpPr txBox="1"/>
          <p:nvPr/>
        </p:nvSpPr>
        <p:spPr>
          <a:xfrm>
            <a:off x="291475" y="4651450"/>
            <a:ext cx="8139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* </a:t>
            </a:r>
            <a:r>
              <a:rPr i="1" lang="en" sz="1100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For reference materials, please see the end of the document.</a:t>
            </a:r>
            <a:endParaRPr i="1" sz="1300">
              <a:solidFill>
                <a:schemeClr val="dk2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19" name="Google Shape;419;p54"/>
          <p:cNvSpPr txBox="1"/>
          <p:nvPr/>
        </p:nvSpPr>
        <p:spPr>
          <a:xfrm>
            <a:off x="6184500" y="1256650"/>
            <a:ext cx="2734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2F2F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All users needing rental assistance</a:t>
            </a:r>
            <a:endParaRPr sz="1800">
              <a:solidFill>
                <a:srgbClr val="F2F2F2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20" name="Google Shape;420;p54"/>
          <p:cNvSpPr txBox="1"/>
          <p:nvPr/>
        </p:nvSpPr>
        <p:spPr>
          <a:xfrm>
            <a:off x="192050" y="2807800"/>
            <a:ext cx="2734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2F2F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University students needing rental assistance</a:t>
            </a:r>
            <a:endParaRPr sz="1800">
              <a:solidFill>
                <a:srgbClr val="F2F2F2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21" name="Google Shape;421;p54"/>
          <p:cNvSpPr txBox="1"/>
          <p:nvPr/>
        </p:nvSpPr>
        <p:spPr>
          <a:xfrm>
            <a:off x="6137150" y="3860525"/>
            <a:ext cx="2734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2F2F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USC students needing rental assistance</a:t>
            </a:r>
            <a:endParaRPr sz="1800">
              <a:solidFill>
                <a:srgbClr val="F2F2F2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5"/>
          <p:cNvSpPr/>
          <p:nvPr/>
        </p:nvSpPr>
        <p:spPr>
          <a:xfrm>
            <a:off x="3737950" y="0"/>
            <a:ext cx="5443200" cy="5392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427" name="Google Shape;427;p55"/>
          <p:cNvSpPr txBox="1"/>
          <p:nvPr>
            <p:ph type="ctrTitle"/>
          </p:nvPr>
        </p:nvSpPr>
        <p:spPr>
          <a:xfrm flipH="1">
            <a:off x="4032400" y="3333300"/>
            <a:ext cx="4669200" cy="7998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300">
                <a:solidFill>
                  <a:schemeClr val="dk1"/>
                </a:solidFill>
              </a:rPr>
              <a:t>Schedule</a:t>
            </a:r>
            <a:endParaRPr sz="7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6"/>
          <p:cNvSpPr txBox="1"/>
          <p:nvPr>
            <p:ph type="ctrTitle"/>
          </p:nvPr>
        </p:nvSpPr>
        <p:spPr>
          <a:xfrm>
            <a:off x="3788100" y="320825"/>
            <a:ext cx="1567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Timeline</a:t>
            </a:r>
            <a:endParaRPr sz="2600"/>
          </a:p>
        </p:txBody>
      </p:sp>
      <p:sp>
        <p:nvSpPr>
          <p:cNvPr id="433" name="Google Shape;433;p56"/>
          <p:cNvSpPr txBox="1"/>
          <p:nvPr/>
        </p:nvSpPr>
        <p:spPr>
          <a:xfrm>
            <a:off x="-172200" y="3575623"/>
            <a:ext cx="19977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6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Project </a:t>
            </a:r>
            <a:endParaRPr>
              <a:solidFill>
                <a:schemeClr val="lt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Initiation</a:t>
            </a:r>
            <a:endParaRPr>
              <a:solidFill>
                <a:schemeClr val="lt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434" name="Google Shape;434;p56"/>
          <p:cNvSpPr/>
          <p:nvPr/>
        </p:nvSpPr>
        <p:spPr>
          <a:xfrm>
            <a:off x="486413" y="1842111"/>
            <a:ext cx="680700" cy="72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3F3F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3F3F3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Oct</a:t>
            </a:r>
            <a:r>
              <a:rPr lang="en" sz="1000">
                <a:solidFill>
                  <a:srgbClr val="F3F3F3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30 2023</a:t>
            </a:r>
            <a:endParaRPr sz="1000">
              <a:solidFill>
                <a:srgbClr val="F3F3F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5" name="Google Shape;435;p56"/>
          <p:cNvCxnSpPr>
            <a:stCxn id="434" idx="2"/>
            <a:endCxn id="433" idx="0"/>
          </p:cNvCxnSpPr>
          <p:nvPr/>
        </p:nvCxnSpPr>
        <p:spPr>
          <a:xfrm>
            <a:off x="826763" y="2569311"/>
            <a:ext cx="0" cy="1006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6" name="Google Shape;436;p56"/>
          <p:cNvSpPr/>
          <p:nvPr/>
        </p:nvSpPr>
        <p:spPr>
          <a:xfrm>
            <a:off x="804841" y="2878583"/>
            <a:ext cx="6826800" cy="250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56"/>
          <p:cNvSpPr txBox="1"/>
          <p:nvPr/>
        </p:nvSpPr>
        <p:spPr>
          <a:xfrm>
            <a:off x="855858" y="3578846"/>
            <a:ext cx="19977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6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Project</a:t>
            </a:r>
            <a:endParaRPr>
              <a:solidFill>
                <a:schemeClr val="lt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Plan</a:t>
            </a:r>
            <a:endParaRPr>
              <a:solidFill>
                <a:schemeClr val="lt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Finalized</a:t>
            </a:r>
            <a:endParaRPr>
              <a:solidFill>
                <a:schemeClr val="lt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438" name="Google Shape;438;p56"/>
          <p:cNvSpPr/>
          <p:nvPr/>
        </p:nvSpPr>
        <p:spPr>
          <a:xfrm>
            <a:off x="1514471" y="1843709"/>
            <a:ext cx="680700" cy="72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3F3F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3F3F3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Jan 2 2024</a:t>
            </a:r>
            <a:endParaRPr sz="1000">
              <a:solidFill>
                <a:srgbClr val="F3F3F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9" name="Google Shape;439;p56"/>
          <p:cNvCxnSpPr>
            <a:stCxn id="438" idx="2"/>
            <a:endCxn id="437" idx="0"/>
          </p:cNvCxnSpPr>
          <p:nvPr/>
        </p:nvCxnSpPr>
        <p:spPr>
          <a:xfrm>
            <a:off x="1854821" y="2570909"/>
            <a:ext cx="0" cy="1008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0" name="Google Shape;440;p56"/>
          <p:cNvSpPr txBox="1"/>
          <p:nvPr/>
        </p:nvSpPr>
        <p:spPr>
          <a:xfrm>
            <a:off x="6018112" y="3582097"/>
            <a:ext cx="19977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6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Project </a:t>
            </a:r>
            <a:endParaRPr>
              <a:solidFill>
                <a:schemeClr val="lt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Evaluation</a:t>
            </a:r>
            <a:endParaRPr>
              <a:solidFill>
                <a:schemeClr val="lt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441" name="Google Shape;441;p56"/>
          <p:cNvSpPr/>
          <p:nvPr/>
        </p:nvSpPr>
        <p:spPr>
          <a:xfrm>
            <a:off x="6651178" y="1842001"/>
            <a:ext cx="680700" cy="72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3F3F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3F3F3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Aug 21 2024</a:t>
            </a:r>
            <a:endParaRPr sz="1000">
              <a:solidFill>
                <a:srgbClr val="F3F3F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2" name="Google Shape;442;p56"/>
          <p:cNvCxnSpPr>
            <a:stCxn id="441" idx="2"/>
            <a:endCxn id="440" idx="0"/>
          </p:cNvCxnSpPr>
          <p:nvPr/>
        </p:nvCxnSpPr>
        <p:spPr>
          <a:xfrm>
            <a:off x="6991528" y="2569201"/>
            <a:ext cx="25500" cy="1012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3" name="Google Shape;443;p56"/>
          <p:cNvSpPr txBox="1"/>
          <p:nvPr/>
        </p:nvSpPr>
        <p:spPr>
          <a:xfrm>
            <a:off x="1883916" y="3582097"/>
            <a:ext cx="19977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6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Begin</a:t>
            </a:r>
            <a:endParaRPr>
              <a:solidFill>
                <a:schemeClr val="lt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App</a:t>
            </a:r>
            <a:endParaRPr>
              <a:solidFill>
                <a:schemeClr val="lt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Development</a:t>
            </a:r>
            <a:endParaRPr>
              <a:solidFill>
                <a:schemeClr val="lt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444" name="Google Shape;444;p56"/>
          <p:cNvSpPr/>
          <p:nvPr/>
        </p:nvSpPr>
        <p:spPr>
          <a:xfrm>
            <a:off x="2542529" y="1845334"/>
            <a:ext cx="680700" cy="72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3F3F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3F3F3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Feb 21 2024</a:t>
            </a:r>
            <a:endParaRPr sz="1000">
              <a:solidFill>
                <a:srgbClr val="F3F3F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5" name="Google Shape;445;p56"/>
          <p:cNvCxnSpPr>
            <a:stCxn id="444" idx="2"/>
            <a:endCxn id="443" idx="0"/>
          </p:cNvCxnSpPr>
          <p:nvPr/>
        </p:nvCxnSpPr>
        <p:spPr>
          <a:xfrm>
            <a:off x="2882879" y="2572534"/>
            <a:ext cx="0" cy="1009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6" name="Google Shape;446;p56"/>
          <p:cNvSpPr txBox="1"/>
          <p:nvPr/>
        </p:nvSpPr>
        <p:spPr>
          <a:xfrm>
            <a:off x="2922956" y="3575623"/>
            <a:ext cx="19977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6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Alpha </a:t>
            </a:r>
            <a:endParaRPr>
              <a:solidFill>
                <a:schemeClr val="lt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Test</a:t>
            </a:r>
            <a:endParaRPr>
              <a:solidFill>
                <a:schemeClr val="lt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447" name="Google Shape;447;p56"/>
          <p:cNvSpPr/>
          <p:nvPr/>
        </p:nvSpPr>
        <p:spPr>
          <a:xfrm>
            <a:off x="3570587" y="1842111"/>
            <a:ext cx="680700" cy="72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3F3F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3F3F3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Mar</a:t>
            </a:r>
            <a:r>
              <a:rPr lang="en" sz="1000">
                <a:solidFill>
                  <a:srgbClr val="F3F3F3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21 2024</a:t>
            </a:r>
            <a:endParaRPr sz="1000">
              <a:solidFill>
                <a:srgbClr val="F3F3F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8" name="Google Shape;448;p56"/>
          <p:cNvCxnSpPr>
            <a:stCxn id="447" idx="2"/>
            <a:endCxn id="446" idx="0"/>
          </p:cNvCxnSpPr>
          <p:nvPr/>
        </p:nvCxnSpPr>
        <p:spPr>
          <a:xfrm>
            <a:off x="3910937" y="2569311"/>
            <a:ext cx="10800" cy="1006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9" name="Google Shape;449;p56"/>
          <p:cNvSpPr/>
          <p:nvPr/>
        </p:nvSpPr>
        <p:spPr>
          <a:xfrm rot="5400000">
            <a:off x="7616535" y="2751717"/>
            <a:ext cx="444600" cy="504300"/>
          </a:xfrm>
          <a:prstGeom prst="triangle">
            <a:avLst>
              <a:gd fmla="val 50000" name="adj"/>
            </a:avLst>
          </a:prstGeom>
          <a:solidFill>
            <a:srgbClr val="434343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50" name="Google Shape;450;p56"/>
          <p:cNvSpPr txBox="1"/>
          <p:nvPr/>
        </p:nvSpPr>
        <p:spPr>
          <a:xfrm>
            <a:off x="3951014" y="3575623"/>
            <a:ext cx="19977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6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Beta</a:t>
            </a:r>
            <a:endParaRPr>
              <a:solidFill>
                <a:schemeClr val="lt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Test</a:t>
            </a:r>
            <a:endParaRPr>
              <a:solidFill>
                <a:schemeClr val="lt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451" name="Google Shape;451;p56"/>
          <p:cNvSpPr/>
          <p:nvPr/>
        </p:nvSpPr>
        <p:spPr>
          <a:xfrm>
            <a:off x="4595049" y="1842001"/>
            <a:ext cx="680700" cy="72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3F3F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3F3F3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May</a:t>
            </a:r>
            <a:r>
              <a:rPr lang="en" sz="1000">
                <a:solidFill>
                  <a:srgbClr val="F3F3F3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2 2024</a:t>
            </a:r>
            <a:endParaRPr sz="1000">
              <a:solidFill>
                <a:srgbClr val="F3F3F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52" name="Google Shape;452;p56"/>
          <p:cNvCxnSpPr>
            <a:stCxn id="451" idx="2"/>
            <a:endCxn id="450" idx="0"/>
          </p:cNvCxnSpPr>
          <p:nvPr/>
        </p:nvCxnSpPr>
        <p:spPr>
          <a:xfrm>
            <a:off x="4935399" y="2569201"/>
            <a:ext cx="14400" cy="100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3" name="Google Shape;453;p56"/>
          <p:cNvSpPr txBox="1"/>
          <p:nvPr/>
        </p:nvSpPr>
        <p:spPr>
          <a:xfrm>
            <a:off x="4984550" y="3575623"/>
            <a:ext cx="19977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6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App</a:t>
            </a:r>
            <a:endParaRPr>
              <a:solidFill>
                <a:schemeClr val="lt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Release</a:t>
            </a:r>
            <a:endParaRPr>
              <a:solidFill>
                <a:schemeClr val="lt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454" name="Google Shape;454;p56"/>
          <p:cNvSpPr/>
          <p:nvPr/>
        </p:nvSpPr>
        <p:spPr>
          <a:xfrm>
            <a:off x="5623107" y="1842001"/>
            <a:ext cx="680700" cy="72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3F3F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3F3F3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July</a:t>
            </a:r>
            <a:r>
              <a:rPr lang="en" sz="1000">
                <a:solidFill>
                  <a:srgbClr val="F3F3F3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9 2024</a:t>
            </a:r>
            <a:endParaRPr sz="1000">
              <a:solidFill>
                <a:srgbClr val="F3F3F3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55" name="Google Shape;455;p56"/>
          <p:cNvCxnSpPr>
            <a:stCxn id="454" idx="2"/>
            <a:endCxn id="453" idx="0"/>
          </p:cNvCxnSpPr>
          <p:nvPr/>
        </p:nvCxnSpPr>
        <p:spPr>
          <a:xfrm>
            <a:off x="5963457" y="2569201"/>
            <a:ext cx="19800" cy="100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6" name="Google Shape;456;p56"/>
          <p:cNvSpPr txBox="1"/>
          <p:nvPr/>
        </p:nvSpPr>
        <p:spPr>
          <a:xfrm>
            <a:off x="7586672" y="2878583"/>
            <a:ext cx="1997700" cy="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6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Go Live</a:t>
            </a:r>
            <a:endParaRPr>
              <a:solidFill>
                <a:schemeClr val="lt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7"/>
          <p:cNvSpPr/>
          <p:nvPr/>
        </p:nvSpPr>
        <p:spPr>
          <a:xfrm>
            <a:off x="3737950" y="0"/>
            <a:ext cx="5443200" cy="5392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462" name="Google Shape;462;p57"/>
          <p:cNvSpPr txBox="1"/>
          <p:nvPr>
            <p:ph idx="4294967295" type="ctrTitle"/>
          </p:nvPr>
        </p:nvSpPr>
        <p:spPr>
          <a:xfrm flipH="1">
            <a:off x="4004250" y="1987675"/>
            <a:ext cx="5001600" cy="1071600"/>
          </a:xfrm>
          <a:prstGeom prst="rect">
            <a:avLst/>
          </a:prstGeom>
        </p:spPr>
        <p:txBody>
          <a:bodyPr anchorCtr="0" anchor="ctr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300">
                <a:solidFill>
                  <a:schemeClr val="dk1"/>
                </a:solidFill>
              </a:rPr>
              <a:t>Work Breakdown Structure</a:t>
            </a:r>
            <a:endParaRPr sz="7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Google Shape;467;p58"/>
          <p:cNvPicPr preferRelativeResize="0"/>
          <p:nvPr/>
        </p:nvPicPr>
        <p:blipFill rotWithShape="1">
          <a:blip r:embed="rId3">
            <a:alphaModFix/>
          </a:blip>
          <a:srcRect b="38098" l="0" r="0" t="35126"/>
          <a:stretch/>
        </p:blipFill>
        <p:spPr>
          <a:xfrm flipH="1">
            <a:off x="-1" y="4381350"/>
            <a:ext cx="9144001" cy="762151"/>
          </a:xfrm>
          <a:prstGeom prst="rect">
            <a:avLst/>
          </a:prstGeom>
          <a:noFill/>
          <a:ln cap="flat" cmpd="sng" w="9525">
            <a:solidFill>
              <a:srgbClr val="3D465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68" name="Google Shape;468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160" y="89800"/>
            <a:ext cx="8545113" cy="508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" name="Google Shape;473;p59"/>
          <p:cNvPicPr preferRelativeResize="0"/>
          <p:nvPr/>
        </p:nvPicPr>
        <p:blipFill rotWithShape="1">
          <a:blip r:embed="rId3">
            <a:alphaModFix/>
          </a:blip>
          <a:srcRect b="0" l="0" r="49849" t="11237"/>
          <a:stretch/>
        </p:blipFill>
        <p:spPr>
          <a:xfrm>
            <a:off x="0" y="0"/>
            <a:ext cx="194842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59"/>
          <p:cNvSpPr txBox="1"/>
          <p:nvPr>
            <p:ph type="ctrTitle"/>
          </p:nvPr>
        </p:nvSpPr>
        <p:spPr>
          <a:xfrm>
            <a:off x="121913" y="222975"/>
            <a:ext cx="17046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Organizational chart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75" name="Google Shape;475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8450" y="142800"/>
            <a:ext cx="6727926" cy="4925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60"/>
          <p:cNvSpPr/>
          <p:nvPr/>
        </p:nvSpPr>
        <p:spPr>
          <a:xfrm>
            <a:off x="3737950" y="0"/>
            <a:ext cx="5443200" cy="5392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481" name="Google Shape;481;p60"/>
          <p:cNvSpPr txBox="1"/>
          <p:nvPr>
            <p:ph type="ctrTitle"/>
          </p:nvPr>
        </p:nvSpPr>
        <p:spPr>
          <a:xfrm flipH="1">
            <a:off x="4032400" y="3333300"/>
            <a:ext cx="4669200" cy="7998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300">
                <a:solidFill>
                  <a:schemeClr val="dk1"/>
                </a:solidFill>
              </a:rPr>
              <a:t>Budget</a:t>
            </a:r>
            <a:endParaRPr sz="7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6" name="Google Shape;486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" y="0"/>
            <a:ext cx="342299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61"/>
          <p:cNvSpPr/>
          <p:nvPr/>
        </p:nvSpPr>
        <p:spPr>
          <a:xfrm>
            <a:off x="-1429925" y="2777250"/>
            <a:ext cx="4099200" cy="3583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488" name="Google Shape;488;p61"/>
          <p:cNvSpPr txBox="1"/>
          <p:nvPr>
            <p:ph type="ctrTitle"/>
          </p:nvPr>
        </p:nvSpPr>
        <p:spPr>
          <a:xfrm>
            <a:off x="60075" y="360450"/>
            <a:ext cx="4791000" cy="12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Project Budget Breakdown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89" name="Google Shape;489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44448" y="417638"/>
            <a:ext cx="5416203" cy="2829768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61"/>
          <p:cNvSpPr txBox="1"/>
          <p:nvPr/>
        </p:nvSpPr>
        <p:spPr>
          <a:xfrm>
            <a:off x="3644450" y="3362325"/>
            <a:ext cx="5271600" cy="13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The overall project is estimated at </a:t>
            </a:r>
            <a:r>
              <a:rPr b="1" lang="en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$295,000</a:t>
            </a:r>
            <a:r>
              <a:rPr lang="en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, with a development timeline of approximately 7.4 months</a:t>
            </a:r>
            <a:endParaRPr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Post-project, operational expenses are anticipated to be </a:t>
            </a:r>
            <a:r>
              <a:rPr b="1" lang="en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$902,000</a:t>
            </a:r>
            <a:r>
              <a:rPr lang="en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 annually. This encompasses full-time staff salaries, office rent, and various ongoing expenses</a:t>
            </a:r>
            <a:endParaRPr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Google Shape;495;p62"/>
          <p:cNvPicPr preferRelativeResize="0"/>
          <p:nvPr/>
        </p:nvPicPr>
        <p:blipFill rotWithShape="1">
          <a:blip r:embed="rId3">
            <a:alphaModFix/>
          </a:blip>
          <a:srcRect b="4867" l="21579" r="5566" t="2770"/>
          <a:stretch/>
        </p:blipFill>
        <p:spPr>
          <a:xfrm>
            <a:off x="6444175" y="0"/>
            <a:ext cx="26998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62"/>
          <p:cNvSpPr txBox="1"/>
          <p:nvPr/>
        </p:nvSpPr>
        <p:spPr>
          <a:xfrm>
            <a:off x="6599350" y="840125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Project Costs</a:t>
            </a:r>
            <a:endParaRPr sz="300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497" name="Google Shape;497;p62"/>
          <p:cNvSpPr txBox="1"/>
          <p:nvPr/>
        </p:nvSpPr>
        <p:spPr>
          <a:xfrm>
            <a:off x="102650" y="494600"/>
            <a:ext cx="2647500" cy="3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Personnel Costs</a:t>
            </a:r>
            <a:endParaRPr b="1" sz="1200"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r>
              <a:rPr lang="en" sz="10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Allocated based on MS Project schedule.</a:t>
            </a:r>
            <a:endParaRPr sz="1000"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-Hourly wages set at a lower scale for cost efficiency.</a:t>
            </a:r>
            <a:endParaRPr sz="1000"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-Modest project management compensation for cost-effectiveness and team well-being.</a:t>
            </a:r>
            <a:endParaRPr sz="1000"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Office and Infrastructure</a:t>
            </a:r>
            <a:endParaRPr b="1" sz="1000"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r>
              <a:rPr lang="en" sz="10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Covers office space, utilities, furniture, equipment, and business insurance.</a:t>
            </a:r>
            <a:endParaRPr sz="1000"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-Modest-sized office in California suburbs for collaboration.</a:t>
            </a:r>
            <a:endParaRPr sz="1000"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8" name="Google Shape;498;p62"/>
          <p:cNvSpPr txBox="1"/>
          <p:nvPr/>
        </p:nvSpPr>
        <p:spPr>
          <a:xfrm>
            <a:off x="3254175" y="667650"/>
            <a:ext cx="2760300" cy="3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Software Tools</a:t>
            </a:r>
            <a:endParaRPr b="1" sz="1200"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r>
              <a:rPr lang="en" sz="10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Essential tools with a monthly subscription model for flexibility.</a:t>
            </a:r>
            <a:endParaRPr sz="1000"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-Enhance project management, UI/UX design, customer support, and data security.</a:t>
            </a:r>
            <a:endParaRPr sz="1000"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Hardware Components</a:t>
            </a:r>
            <a:endParaRPr b="1" sz="1200"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r>
              <a:rPr lang="en" sz="10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Costs include laptops, backup devices, and networking equipment.</a:t>
            </a:r>
            <a:endParaRPr sz="1000"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-Based on current U.S. prices for practical financial considerations.</a:t>
            </a:r>
            <a:endParaRPr sz="1000"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15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63"/>
          <p:cNvPicPr preferRelativeResize="0"/>
          <p:nvPr/>
        </p:nvPicPr>
        <p:blipFill rotWithShape="1">
          <a:blip r:embed="rId3">
            <a:alphaModFix/>
          </a:blip>
          <a:srcRect b="14811" l="495" r="485" t="58552"/>
          <a:stretch/>
        </p:blipFill>
        <p:spPr>
          <a:xfrm flipH="1">
            <a:off x="-2" y="3501700"/>
            <a:ext cx="9144002" cy="16418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63"/>
          <p:cNvSpPr txBox="1"/>
          <p:nvPr/>
        </p:nvSpPr>
        <p:spPr>
          <a:xfrm>
            <a:off x="192375" y="3546600"/>
            <a:ext cx="3250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Operational</a:t>
            </a:r>
            <a:r>
              <a:rPr lang="en" sz="30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Costs</a:t>
            </a:r>
            <a:endParaRPr sz="300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505" name="Google Shape;505;p63"/>
          <p:cNvSpPr txBox="1"/>
          <p:nvPr/>
        </p:nvSpPr>
        <p:spPr>
          <a:xfrm>
            <a:off x="-243700" y="0"/>
            <a:ext cx="6739200" cy="3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Open Sans"/>
              <a:buNone/>
            </a:pPr>
            <a:r>
              <a:rPr b="1" lang="en" sz="12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Personnel Operational Cost</a:t>
            </a:r>
            <a:endParaRPr b="1" sz="1200"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r>
              <a:rPr lang="en" sz="10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Strategic downsizing post-platform completion to optimize operational expenses.</a:t>
            </a:r>
            <a:endParaRPr sz="1000"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-Streamlined roles and responsibilities for greater efficiency.</a:t>
            </a:r>
            <a:endParaRPr sz="1000"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-Fixed annual salaries introduced for consistent compensation, resulting in an annual personnel cost of $780,000.</a:t>
            </a:r>
            <a:endParaRPr sz="1000"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Open Sans"/>
              <a:buNone/>
            </a:pPr>
            <a:r>
              <a:rPr b="1" lang="en" sz="12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Software Costs</a:t>
            </a:r>
            <a:endParaRPr b="1" sz="1200"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r>
              <a:rPr lang="en" sz="10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Essential role of each software tool in the DormGrader platform.</a:t>
            </a:r>
            <a:endParaRPr sz="1000"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-Annual cost of approximately $24,180 for project management, UI/UX design, customer support, network security, and collaboration tools.</a:t>
            </a:r>
            <a:endParaRPr sz="1000"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-Demonstrates commitment to maintaining platform functionality and efficiency.</a:t>
            </a:r>
            <a:endParaRPr sz="1000"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Open Sans"/>
              <a:buNone/>
            </a:pPr>
            <a:r>
              <a:t/>
            </a:r>
            <a:endParaRPr b="1" sz="1200"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Open Sans"/>
              <a:buNone/>
            </a:pPr>
            <a:r>
              <a:rPr b="1" lang="en" sz="12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Office and Infrastructure</a:t>
            </a:r>
            <a:endParaRPr b="1" sz="1200"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r>
              <a:rPr lang="en" sz="10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Consistent ongoing costs for office space, utilities, and insurance.</a:t>
            </a:r>
            <a:endParaRPr sz="1000"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-Removal of initial hardware and furniture costs in the operational phase.</a:t>
            </a:r>
            <a:endParaRPr sz="1000"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-Adjusted monthly cost of $3000 for potential new equipment and furniture, reflecting a proactive approach to evolving needs.</a:t>
            </a:r>
            <a:endParaRPr sz="1000"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06" name="Google Shape;506;p63"/>
          <p:cNvPicPr preferRelativeResize="0"/>
          <p:nvPr/>
        </p:nvPicPr>
        <p:blipFill rotWithShape="1">
          <a:blip r:embed="rId3">
            <a:alphaModFix/>
          </a:blip>
          <a:srcRect b="14811" l="496" r="72837" t="1743"/>
          <a:stretch/>
        </p:blipFill>
        <p:spPr>
          <a:xfrm flipH="1">
            <a:off x="6681448" y="0"/>
            <a:ext cx="246255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4"/>
          <p:cNvSpPr/>
          <p:nvPr/>
        </p:nvSpPr>
        <p:spPr>
          <a:xfrm>
            <a:off x="3737950" y="0"/>
            <a:ext cx="5443200" cy="5392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512" name="Google Shape;512;p64"/>
          <p:cNvSpPr txBox="1"/>
          <p:nvPr>
            <p:ph type="ctrTitle"/>
          </p:nvPr>
        </p:nvSpPr>
        <p:spPr>
          <a:xfrm flipH="1">
            <a:off x="4032400" y="3333300"/>
            <a:ext cx="4669200" cy="7998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300">
                <a:solidFill>
                  <a:schemeClr val="dk1"/>
                </a:solidFill>
              </a:rPr>
              <a:t>Risk &amp;</a:t>
            </a:r>
            <a:endParaRPr sz="7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300">
                <a:solidFill>
                  <a:schemeClr val="dk1"/>
                </a:solidFill>
              </a:rPr>
              <a:t>Change</a:t>
            </a:r>
            <a:endParaRPr sz="7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65"/>
          <p:cNvSpPr txBox="1"/>
          <p:nvPr>
            <p:ph type="ctrTitle"/>
          </p:nvPr>
        </p:nvSpPr>
        <p:spPr>
          <a:xfrm>
            <a:off x="723600" y="470625"/>
            <a:ext cx="15678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</a:t>
            </a:r>
            <a:endParaRPr/>
          </a:p>
        </p:txBody>
      </p:sp>
      <p:sp>
        <p:nvSpPr>
          <p:cNvPr id="518" name="Google Shape;518;p65"/>
          <p:cNvSpPr/>
          <p:nvPr/>
        </p:nvSpPr>
        <p:spPr>
          <a:xfrm flipH="1">
            <a:off x="553625" y="1011600"/>
            <a:ext cx="2231700" cy="396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519" name="Google Shape;519;p65"/>
          <p:cNvSpPr txBox="1"/>
          <p:nvPr/>
        </p:nvSpPr>
        <p:spPr>
          <a:xfrm flipH="1">
            <a:off x="553525" y="1335775"/>
            <a:ext cx="18705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Data </a:t>
            </a:r>
            <a:endParaRPr b="1"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Breach</a:t>
            </a:r>
            <a:endParaRPr b="1"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0" name="Google Shape;520;p65"/>
          <p:cNvSpPr/>
          <p:nvPr/>
        </p:nvSpPr>
        <p:spPr>
          <a:xfrm flipH="1">
            <a:off x="3434800" y="1011600"/>
            <a:ext cx="2231700" cy="396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521" name="Google Shape;521;p65"/>
          <p:cNvSpPr/>
          <p:nvPr/>
        </p:nvSpPr>
        <p:spPr>
          <a:xfrm flipH="1">
            <a:off x="6315975" y="1011600"/>
            <a:ext cx="2231700" cy="396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65"/>
          <p:cNvSpPr txBox="1"/>
          <p:nvPr/>
        </p:nvSpPr>
        <p:spPr>
          <a:xfrm>
            <a:off x="553625" y="2272725"/>
            <a:ext cx="22317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Data breaches can result from intentional exploitation of security weaknesses or accidental exposure of sensitive data, either through malicious actions or employee errors.</a:t>
            </a:r>
            <a:endParaRPr sz="1200">
              <a:solidFill>
                <a:srgbClr val="1C285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3" name="Google Shape;523;p65"/>
          <p:cNvSpPr txBox="1"/>
          <p:nvPr/>
        </p:nvSpPr>
        <p:spPr>
          <a:xfrm>
            <a:off x="3434800" y="2272725"/>
            <a:ext cx="22317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Some students can be biased or influenced by the agents to submit dishonest reviews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524" name="Google Shape;524;p65"/>
          <p:cNvSpPr txBox="1"/>
          <p:nvPr/>
        </p:nvSpPr>
        <p:spPr>
          <a:xfrm>
            <a:off x="6315975" y="2272725"/>
            <a:ext cx="22317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intricacy of the project's technical aspects could potentially lead to a postponement</a:t>
            </a:r>
            <a:endParaRPr sz="1200">
              <a:solidFill>
                <a:srgbClr val="1C28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525" name="Google Shape;525;p65"/>
          <p:cNvSpPr txBox="1"/>
          <p:nvPr/>
        </p:nvSpPr>
        <p:spPr>
          <a:xfrm flipH="1">
            <a:off x="3434800" y="1335775"/>
            <a:ext cx="22317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Biased</a:t>
            </a:r>
            <a:r>
              <a:rPr b="1" lang="en" sz="20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endParaRPr b="1" sz="200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Housing</a:t>
            </a:r>
            <a:endParaRPr b="1"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Reviews</a:t>
            </a:r>
            <a:endParaRPr b="1"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6" name="Google Shape;526;p65"/>
          <p:cNvSpPr txBox="1"/>
          <p:nvPr/>
        </p:nvSpPr>
        <p:spPr>
          <a:xfrm flipH="1">
            <a:off x="6316275" y="1335775"/>
            <a:ext cx="22317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Technical Challenges</a:t>
            </a:r>
            <a:endParaRPr b="1"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grpSp>
        <p:nvGrpSpPr>
          <p:cNvPr id="527" name="Google Shape;527;p65"/>
          <p:cNvGrpSpPr/>
          <p:nvPr/>
        </p:nvGrpSpPr>
        <p:grpSpPr>
          <a:xfrm>
            <a:off x="2291404" y="1267035"/>
            <a:ext cx="321037" cy="353822"/>
            <a:chOff x="4212429" y="1502385"/>
            <a:chExt cx="321037" cy="353822"/>
          </a:xfrm>
        </p:grpSpPr>
        <p:sp>
          <p:nvSpPr>
            <p:cNvPr id="528" name="Google Shape;528;p65"/>
            <p:cNvSpPr/>
            <p:nvPr/>
          </p:nvSpPr>
          <p:spPr>
            <a:xfrm>
              <a:off x="4310592" y="1585938"/>
              <a:ext cx="125092" cy="163001"/>
            </a:xfrm>
            <a:custGeom>
              <a:rect b="b" l="l" r="r" t="t"/>
              <a:pathLst>
                <a:path extrusionOk="0" h="5121" w="3930">
                  <a:moveTo>
                    <a:pt x="1941" y="310"/>
                  </a:moveTo>
                  <a:cubicBezTo>
                    <a:pt x="2227" y="310"/>
                    <a:pt x="2477" y="489"/>
                    <a:pt x="2584" y="751"/>
                  </a:cubicBezTo>
                  <a:cubicBezTo>
                    <a:pt x="2620" y="834"/>
                    <a:pt x="2644" y="930"/>
                    <a:pt x="2644" y="1013"/>
                  </a:cubicBezTo>
                  <a:lnTo>
                    <a:pt x="2644" y="1192"/>
                  </a:lnTo>
                  <a:cubicBezTo>
                    <a:pt x="2370" y="1096"/>
                    <a:pt x="2275" y="834"/>
                    <a:pt x="2251" y="822"/>
                  </a:cubicBezTo>
                  <a:cubicBezTo>
                    <a:pt x="2227" y="763"/>
                    <a:pt x="2179" y="715"/>
                    <a:pt x="2108" y="715"/>
                  </a:cubicBezTo>
                  <a:cubicBezTo>
                    <a:pt x="2048" y="715"/>
                    <a:pt x="1989" y="751"/>
                    <a:pt x="1953" y="811"/>
                  </a:cubicBezTo>
                  <a:cubicBezTo>
                    <a:pt x="1953" y="811"/>
                    <a:pt x="1763" y="1168"/>
                    <a:pt x="1239" y="1227"/>
                  </a:cubicBezTo>
                  <a:lnTo>
                    <a:pt x="1239" y="1025"/>
                  </a:lnTo>
                  <a:cubicBezTo>
                    <a:pt x="1263" y="930"/>
                    <a:pt x="1275" y="834"/>
                    <a:pt x="1310" y="751"/>
                  </a:cubicBezTo>
                  <a:cubicBezTo>
                    <a:pt x="1406" y="489"/>
                    <a:pt x="1667" y="310"/>
                    <a:pt x="1941" y="310"/>
                  </a:cubicBezTo>
                  <a:close/>
                  <a:moveTo>
                    <a:pt x="2108" y="1180"/>
                  </a:moveTo>
                  <a:cubicBezTo>
                    <a:pt x="2215" y="1322"/>
                    <a:pt x="2394" y="1489"/>
                    <a:pt x="2656" y="1549"/>
                  </a:cubicBezTo>
                  <a:lnTo>
                    <a:pt x="2656" y="1775"/>
                  </a:lnTo>
                  <a:cubicBezTo>
                    <a:pt x="2656" y="2144"/>
                    <a:pt x="2358" y="2454"/>
                    <a:pt x="1989" y="2477"/>
                  </a:cubicBezTo>
                  <a:lnTo>
                    <a:pt x="1929" y="2477"/>
                  </a:lnTo>
                  <a:cubicBezTo>
                    <a:pt x="1560" y="2442"/>
                    <a:pt x="1263" y="2144"/>
                    <a:pt x="1263" y="1763"/>
                  </a:cubicBezTo>
                  <a:lnTo>
                    <a:pt x="1263" y="1549"/>
                  </a:lnTo>
                  <a:cubicBezTo>
                    <a:pt x="1679" y="1501"/>
                    <a:pt x="1941" y="1322"/>
                    <a:pt x="2108" y="1180"/>
                  </a:cubicBezTo>
                  <a:close/>
                  <a:moveTo>
                    <a:pt x="2132" y="2799"/>
                  </a:moveTo>
                  <a:lnTo>
                    <a:pt x="2048" y="2966"/>
                  </a:lnTo>
                  <a:lnTo>
                    <a:pt x="1846" y="2966"/>
                  </a:lnTo>
                  <a:lnTo>
                    <a:pt x="1751" y="2799"/>
                  </a:lnTo>
                  <a:close/>
                  <a:moveTo>
                    <a:pt x="2025" y="3287"/>
                  </a:moveTo>
                  <a:lnTo>
                    <a:pt x="2215" y="4109"/>
                  </a:lnTo>
                  <a:lnTo>
                    <a:pt x="1941" y="4347"/>
                  </a:lnTo>
                  <a:lnTo>
                    <a:pt x="1679" y="4109"/>
                  </a:lnTo>
                  <a:lnTo>
                    <a:pt x="1870" y="3287"/>
                  </a:lnTo>
                  <a:close/>
                  <a:moveTo>
                    <a:pt x="2453" y="2870"/>
                  </a:moveTo>
                  <a:cubicBezTo>
                    <a:pt x="2668" y="2954"/>
                    <a:pt x="2894" y="3085"/>
                    <a:pt x="3072" y="3263"/>
                  </a:cubicBezTo>
                  <a:cubicBezTo>
                    <a:pt x="3394" y="3561"/>
                    <a:pt x="3561" y="3966"/>
                    <a:pt x="3561" y="4359"/>
                  </a:cubicBezTo>
                  <a:lnTo>
                    <a:pt x="3596" y="4775"/>
                  </a:lnTo>
                  <a:lnTo>
                    <a:pt x="322" y="4775"/>
                  </a:lnTo>
                  <a:lnTo>
                    <a:pt x="322" y="4359"/>
                  </a:lnTo>
                  <a:cubicBezTo>
                    <a:pt x="322" y="3942"/>
                    <a:pt x="501" y="3561"/>
                    <a:pt x="810" y="3263"/>
                  </a:cubicBezTo>
                  <a:cubicBezTo>
                    <a:pt x="989" y="3097"/>
                    <a:pt x="1215" y="2966"/>
                    <a:pt x="1441" y="2870"/>
                  </a:cubicBezTo>
                  <a:lnTo>
                    <a:pt x="1572" y="3144"/>
                  </a:lnTo>
                  <a:lnTo>
                    <a:pt x="1346" y="4120"/>
                  </a:lnTo>
                  <a:cubicBezTo>
                    <a:pt x="1334" y="4180"/>
                    <a:pt x="1346" y="4240"/>
                    <a:pt x="1394" y="4287"/>
                  </a:cubicBezTo>
                  <a:lnTo>
                    <a:pt x="1834" y="4692"/>
                  </a:lnTo>
                  <a:cubicBezTo>
                    <a:pt x="1870" y="4716"/>
                    <a:pt x="1917" y="4740"/>
                    <a:pt x="1941" y="4740"/>
                  </a:cubicBezTo>
                  <a:cubicBezTo>
                    <a:pt x="1989" y="4740"/>
                    <a:pt x="2025" y="4716"/>
                    <a:pt x="2048" y="4692"/>
                  </a:cubicBezTo>
                  <a:lnTo>
                    <a:pt x="2501" y="4287"/>
                  </a:lnTo>
                  <a:cubicBezTo>
                    <a:pt x="2537" y="4240"/>
                    <a:pt x="2560" y="4180"/>
                    <a:pt x="2537" y="4120"/>
                  </a:cubicBezTo>
                  <a:lnTo>
                    <a:pt x="2322" y="3144"/>
                  </a:lnTo>
                  <a:lnTo>
                    <a:pt x="2453" y="2870"/>
                  </a:lnTo>
                  <a:close/>
                  <a:moveTo>
                    <a:pt x="1965" y="1"/>
                  </a:moveTo>
                  <a:cubicBezTo>
                    <a:pt x="1394" y="1"/>
                    <a:pt x="929" y="465"/>
                    <a:pt x="929" y="1025"/>
                  </a:cubicBezTo>
                  <a:lnTo>
                    <a:pt x="929" y="1406"/>
                  </a:lnTo>
                  <a:lnTo>
                    <a:pt x="929" y="1775"/>
                  </a:lnTo>
                  <a:cubicBezTo>
                    <a:pt x="929" y="2096"/>
                    <a:pt x="1084" y="2394"/>
                    <a:pt x="1334" y="2573"/>
                  </a:cubicBezTo>
                  <a:cubicBezTo>
                    <a:pt x="560" y="2846"/>
                    <a:pt x="1" y="3561"/>
                    <a:pt x="1" y="4382"/>
                  </a:cubicBezTo>
                  <a:lnTo>
                    <a:pt x="1" y="4954"/>
                  </a:lnTo>
                  <a:cubicBezTo>
                    <a:pt x="1" y="5049"/>
                    <a:pt x="72" y="5121"/>
                    <a:pt x="155" y="5121"/>
                  </a:cubicBezTo>
                  <a:lnTo>
                    <a:pt x="3763" y="5121"/>
                  </a:lnTo>
                  <a:cubicBezTo>
                    <a:pt x="3846" y="5121"/>
                    <a:pt x="3930" y="5049"/>
                    <a:pt x="3930" y="4954"/>
                  </a:cubicBezTo>
                  <a:lnTo>
                    <a:pt x="3930" y="4382"/>
                  </a:lnTo>
                  <a:cubicBezTo>
                    <a:pt x="3930" y="3561"/>
                    <a:pt x="3346" y="2846"/>
                    <a:pt x="2584" y="2573"/>
                  </a:cubicBezTo>
                  <a:cubicBezTo>
                    <a:pt x="2822" y="2382"/>
                    <a:pt x="2989" y="2096"/>
                    <a:pt x="2989" y="1775"/>
                  </a:cubicBezTo>
                  <a:lnTo>
                    <a:pt x="2989" y="1406"/>
                  </a:lnTo>
                  <a:lnTo>
                    <a:pt x="2989" y="1025"/>
                  </a:lnTo>
                  <a:cubicBezTo>
                    <a:pt x="2989" y="465"/>
                    <a:pt x="2525" y="1"/>
                    <a:pt x="1965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65"/>
            <p:cNvSpPr/>
            <p:nvPr/>
          </p:nvSpPr>
          <p:spPr>
            <a:xfrm>
              <a:off x="4248428" y="1536124"/>
              <a:ext cx="253972" cy="152179"/>
            </a:xfrm>
            <a:custGeom>
              <a:rect b="b" l="l" r="r" t="t"/>
              <a:pathLst>
                <a:path extrusionOk="0" h="4781" w="7979">
                  <a:moveTo>
                    <a:pt x="3906" y="0"/>
                  </a:moveTo>
                  <a:cubicBezTo>
                    <a:pt x="3876" y="0"/>
                    <a:pt x="3847" y="6"/>
                    <a:pt x="3823" y="18"/>
                  </a:cubicBezTo>
                  <a:cubicBezTo>
                    <a:pt x="3811" y="30"/>
                    <a:pt x="1775" y="1244"/>
                    <a:pt x="239" y="1244"/>
                  </a:cubicBezTo>
                  <a:cubicBezTo>
                    <a:pt x="156" y="1244"/>
                    <a:pt x="84" y="1304"/>
                    <a:pt x="72" y="1375"/>
                  </a:cubicBezTo>
                  <a:cubicBezTo>
                    <a:pt x="72" y="1387"/>
                    <a:pt x="1" y="1875"/>
                    <a:pt x="1" y="2614"/>
                  </a:cubicBezTo>
                  <a:cubicBezTo>
                    <a:pt x="1" y="2697"/>
                    <a:pt x="72" y="2768"/>
                    <a:pt x="156" y="2768"/>
                  </a:cubicBezTo>
                  <a:cubicBezTo>
                    <a:pt x="251" y="2768"/>
                    <a:pt x="322" y="2697"/>
                    <a:pt x="322" y="2614"/>
                  </a:cubicBezTo>
                  <a:cubicBezTo>
                    <a:pt x="322" y="2137"/>
                    <a:pt x="358" y="1744"/>
                    <a:pt x="382" y="1566"/>
                  </a:cubicBezTo>
                  <a:cubicBezTo>
                    <a:pt x="1037" y="1542"/>
                    <a:pt x="1835" y="1328"/>
                    <a:pt x="2739" y="923"/>
                  </a:cubicBezTo>
                  <a:cubicBezTo>
                    <a:pt x="3299" y="685"/>
                    <a:pt x="3728" y="435"/>
                    <a:pt x="3906" y="351"/>
                  </a:cubicBezTo>
                  <a:cubicBezTo>
                    <a:pt x="4085" y="447"/>
                    <a:pt x="4525" y="685"/>
                    <a:pt x="5085" y="923"/>
                  </a:cubicBezTo>
                  <a:cubicBezTo>
                    <a:pt x="5990" y="1316"/>
                    <a:pt x="6788" y="1542"/>
                    <a:pt x="7442" y="1566"/>
                  </a:cubicBezTo>
                  <a:cubicBezTo>
                    <a:pt x="7478" y="1971"/>
                    <a:pt x="7585" y="3233"/>
                    <a:pt x="7288" y="4590"/>
                  </a:cubicBezTo>
                  <a:cubicBezTo>
                    <a:pt x="7276" y="4673"/>
                    <a:pt x="7323" y="4769"/>
                    <a:pt x="7407" y="4781"/>
                  </a:cubicBezTo>
                  <a:lnTo>
                    <a:pt x="7442" y="4781"/>
                  </a:lnTo>
                  <a:cubicBezTo>
                    <a:pt x="7514" y="4781"/>
                    <a:pt x="7585" y="4733"/>
                    <a:pt x="7597" y="4650"/>
                  </a:cubicBezTo>
                  <a:cubicBezTo>
                    <a:pt x="7978" y="2947"/>
                    <a:pt x="7752" y="1435"/>
                    <a:pt x="7740" y="1375"/>
                  </a:cubicBezTo>
                  <a:cubicBezTo>
                    <a:pt x="7728" y="1304"/>
                    <a:pt x="7669" y="1244"/>
                    <a:pt x="7573" y="1244"/>
                  </a:cubicBezTo>
                  <a:cubicBezTo>
                    <a:pt x="6037" y="1244"/>
                    <a:pt x="4001" y="30"/>
                    <a:pt x="3990" y="18"/>
                  </a:cubicBezTo>
                  <a:cubicBezTo>
                    <a:pt x="3966" y="6"/>
                    <a:pt x="3936" y="0"/>
                    <a:pt x="3906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65"/>
            <p:cNvSpPr/>
            <p:nvPr/>
          </p:nvSpPr>
          <p:spPr>
            <a:xfrm>
              <a:off x="4248428" y="1633270"/>
              <a:ext cx="238407" cy="187288"/>
            </a:xfrm>
            <a:custGeom>
              <a:rect b="b" l="l" r="r" t="t"/>
              <a:pathLst>
                <a:path extrusionOk="0" h="5884" w="7490">
                  <a:moveTo>
                    <a:pt x="186" y="1"/>
                  </a:moveTo>
                  <a:cubicBezTo>
                    <a:pt x="180" y="1"/>
                    <a:pt x="174" y="1"/>
                    <a:pt x="168" y="2"/>
                  </a:cubicBezTo>
                  <a:cubicBezTo>
                    <a:pt x="72" y="2"/>
                    <a:pt x="1" y="97"/>
                    <a:pt x="13" y="181"/>
                  </a:cubicBezTo>
                  <a:cubicBezTo>
                    <a:pt x="84" y="1383"/>
                    <a:pt x="370" y="2455"/>
                    <a:pt x="846" y="3348"/>
                  </a:cubicBezTo>
                  <a:cubicBezTo>
                    <a:pt x="1501" y="4574"/>
                    <a:pt x="2513" y="5419"/>
                    <a:pt x="3859" y="5860"/>
                  </a:cubicBezTo>
                  <a:cubicBezTo>
                    <a:pt x="3870" y="5860"/>
                    <a:pt x="3882" y="5884"/>
                    <a:pt x="3894" y="5884"/>
                  </a:cubicBezTo>
                  <a:cubicBezTo>
                    <a:pt x="3918" y="5884"/>
                    <a:pt x="3930" y="5884"/>
                    <a:pt x="3942" y="5860"/>
                  </a:cubicBezTo>
                  <a:cubicBezTo>
                    <a:pt x="4811" y="5586"/>
                    <a:pt x="5549" y="5110"/>
                    <a:pt x="6133" y="4503"/>
                  </a:cubicBezTo>
                  <a:cubicBezTo>
                    <a:pt x="6716" y="3872"/>
                    <a:pt x="7157" y="3086"/>
                    <a:pt x="7442" y="2145"/>
                  </a:cubicBezTo>
                  <a:cubicBezTo>
                    <a:pt x="7490" y="2062"/>
                    <a:pt x="7442" y="1967"/>
                    <a:pt x="7347" y="1955"/>
                  </a:cubicBezTo>
                  <a:cubicBezTo>
                    <a:pt x="7330" y="1948"/>
                    <a:pt x="7313" y="1944"/>
                    <a:pt x="7296" y="1944"/>
                  </a:cubicBezTo>
                  <a:cubicBezTo>
                    <a:pt x="7228" y="1944"/>
                    <a:pt x="7164" y="1996"/>
                    <a:pt x="7145" y="2062"/>
                  </a:cubicBezTo>
                  <a:cubicBezTo>
                    <a:pt x="6871" y="2931"/>
                    <a:pt x="6454" y="3693"/>
                    <a:pt x="5906" y="4277"/>
                  </a:cubicBezTo>
                  <a:cubicBezTo>
                    <a:pt x="5371" y="4836"/>
                    <a:pt x="4704" y="5265"/>
                    <a:pt x="3894" y="5539"/>
                  </a:cubicBezTo>
                  <a:cubicBezTo>
                    <a:pt x="2668" y="5122"/>
                    <a:pt x="1727" y="4336"/>
                    <a:pt x="1132" y="3181"/>
                  </a:cubicBezTo>
                  <a:cubicBezTo>
                    <a:pt x="680" y="2336"/>
                    <a:pt x="418" y="1312"/>
                    <a:pt x="346" y="157"/>
                  </a:cubicBezTo>
                  <a:cubicBezTo>
                    <a:pt x="346" y="69"/>
                    <a:pt x="264" y="1"/>
                    <a:pt x="186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65"/>
            <p:cNvSpPr/>
            <p:nvPr/>
          </p:nvSpPr>
          <p:spPr>
            <a:xfrm>
              <a:off x="4212429" y="1502385"/>
              <a:ext cx="321037" cy="353822"/>
            </a:xfrm>
            <a:custGeom>
              <a:rect b="b" l="l" r="r" t="t"/>
              <a:pathLst>
                <a:path extrusionOk="0" h="11116" w="10086">
                  <a:moveTo>
                    <a:pt x="5061" y="316"/>
                  </a:moveTo>
                  <a:cubicBezTo>
                    <a:pt x="5263" y="435"/>
                    <a:pt x="5811" y="757"/>
                    <a:pt x="6549" y="1066"/>
                  </a:cubicBezTo>
                  <a:cubicBezTo>
                    <a:pt x="7692" y="1554"/>
                    <a:pt x="8692" y="1828"/>
                    <a:pt x="9526" y="1852"/>
                  </a:cubicBezTo>
                  <a:cubicBezTo>
                    <a:pt x="9550" y="2328"/>
                    <a:pt x="9693" y="3876"/>
                    <a:pt x="9335" y="5579"/>
                  </a:cubicBezTo>
                  <a:cubicBezTo>
                    <a:pt x="9073" y="6745"/>
                    <a:pt x="8645" y="7757"/>
                    <a:pt x="8049" y="8591"/>
                  </a:cubicBezTo>
                  <a:cubicBezTo>
                    <a:pt x="7311" y="9603"/>
                    <a:pt x="6299" y="10341"/>
                    <a:pt x="5049" y="10770"/>
                  </a:cubicBezTo>
                  <a:cubicBezTo>
                    <a:pt x="3799" y="10341"/>
                    <a:pt x="2775" y="9603"/>
                    <a:pt x="2037" y="8591"/>
                  </a:cubicBezTo>
                  <a:cubicBezTo>
                    <a:pt x="1430" y="7781"/>
                    <a:pt x="989" y="6745"/>
                    <a:pt x="751" y="5579"/>
                  </a:cubicBezTo>
                  <a:cubicBezTo>
                    <a:pt x="394" y="3876"/>
                    <a:pt x="537" y="2316"/>
                    <a:pt x="596" y="1852"/>
                  </a:cubicBezTo>
                  <a:cubicBezTo>
                    <a:pt x="1406" y="1828"/>
                    <a:pt x="2418" y="1554"/>
                    <a:pt x="3573" y="1066"/>
                  </a:cubicBezTo>
                  <a:cubicBezTo>
                    <a:pt x="4299" y="757"/>
                    <a:pt x="4847" y="435"/>
                    <a:pt x="5061" y="316"/>
                  </a:cubicBezTo>
                  <a:close/>
                  <a:moveTo>
                    <a:pt x="5037" y="1"/>
                  </a:moveTo>
                  <a:cubicBezTo>
                    <a:pt x="5007" y="1"/>
                    <a:pt x="4978" y="7"/>
                    <a:pt x="4954" y="18"/>
                  </a:cubicBezTo>
                  <a:cubicBezTo>
                    <a:pt x="4930" y="30"/>
                    <a:pt x="2370" y="1554"/>
                    <a:pt x="441" y="1554"/>
                  </a:cubicBezTo>
                  <a:cubicBezTo>
                    <a:pt x="370" y="1554"/>
                    <a:pt x="299" y="1614"/>
                    <a:pt x="287" y="1685"/>
                  </a:cubicBezTo>
                  <a:cubicBezTo>
                    <a:pt x="263" y="1769"/>
                    <a:pt x="1" y="3578"/>
                    <a:pt x="429" y="5650"/>
                  </a:cubicBezTo>
                  <a:cubicBezTo>
                    <a:pt x="680" y="6865"/>
                    <a:pt x="1132" y="7924"/>
                    <a:pt x="1775" y="8793"/>
                  </a:cubicBezTo>
                  <a:cubicBezTo>
                    <a:pt x="2561" y="9877"/>
                    <a:pt x="3644" y="10651"/>
                    <a:pt x="5001" y="11091"/>
                  </a:cubicBezTo>
                  <a:cubicBezTo>
                    <a:pt x="5013" y="11091"/>
                    <a:pt x="5025" y="11115"/>
                    <a:pt x="5049" y="11115"/>
                  </a:cubicBezTo>
                  <a:cubicBezTo>
                    <a:pt x="5061" y="11115"/>
                    <a:pt x="5073" y="11115"/>
                    <a:pt x="5085" y="11091"/>
                  </a:cubicBezTo>
                  <a:cubicBezTo>
                    <a:pt x="6430" y="10651"/>
                    <a:pt x="7514" y="9877"/>
                    <a:pt x="8323" y="8793"/>
                  </a:cubicBezTo>
                  <a:cubicBezTo>
                    <a:pt x="8954" y="7924"/>
                    <a:pt x="9407" y="6865"/>
                    <a:pt x="9657" y="5650"/>
                  </a:cubicBezTo>
                  <a:cubicBezTo>
                    <a:pt x="10085" y="3566"/>
                    <a:pt x="9812" y="1769"/>
                    <a:pt x="9788" y="1685"/>
                  </a:cubicBezTo>
                  <a:cubicBezTo>
                    <a:pt x="9776" y="1614"/>
                    <a:pt x="9716" y="1554"/>
                    <a:pt x="9633" y="1554"/>
                  </a:cubicBezTo>
                  <a:cubicBezTo>
                    <a:pt x="7692" y="1554"/>
                    <a:pt x="5132" y="42"/>
                    <a:pt x="5121" y="18"/>
                  </a:cubicBezTo>
                  <a:cubicBezTo>
                    <a:pt x="5097" y="7"/>
                    <a:pt x="5067" y="1"/>
                    <a:pt x="5037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2" name="Google Shape;532;p65"/>
          <p:cNvGrpSpPr/>
          <p:nvPr/>
        </p:nvGrpSpPr>
        <p:grpSpPr>
          <a:xfrm>
            <a:off x="5119133" y="1286455"/>
            <a:ext cx="361971" cy="314958"/>
            <a:chOff x="3716358" y="1544655"/>
            <a:chExt cx="361971" cy="314958"/>
          </a:xfrm>
        </p:grpSpPr>
        <p:sp>
          <p:nvSpPr>
            <p:cNvPr id="533" name="Google Shape;533;p65"/>
            <p:cNvSpPr/>
            <p:nvPr/>
          </p:nvSpPr>
          <p:spPr>
            <a:xfrm>
              <a:off x="3767509" y="1646957"/>
              <a:ext cx="231213" cy="10663"/>
            </a:xfrm>
            <a:custGeom>
              <a:rect b="b" l="l" r="r" t="t"/>
              <a:pathLst>
                <a:path extrusionOk="0" h="335" w="7264">
                  <a:moveTo>
                    <a:pt x="168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63"/>
                    <a:pt x="72" y="334"/>
                    <a:pt x="168" y="334"/>
                  </a:cubicBezTo>
                  <a:lnTo>
                    <a:pt x="7097" y="334"/>
                  </a:lnTo>
                  <a:cubicBezTo>
                    <a:pt x="7192" y="334"/>
                    <a:pt x="7264" y="263"/>
                    <a:pt x="7264" y="167"/>
                  </a:cubicBezTo>
                  <a:cubicBezTo>
                    <a:pt x="7264" y="72"/>
                    <a:pt x="7192" y="1"/>
                    <a:pt x="7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65"/>
            <p:cNvSpPr/>
            <p:nvPr/>
          </p:nvSpPr>
          <p:spPr>
            <a:xfrm>
              <a:off x="3767509" y="1618532"/>
              <a:ext cx="152020" cy="10663"/>
            </a:xfrm>
            <a:custGeom>
              <a:rect b="b" l="l" r="r" t="t"/>
              <a:pathLst>
                <a:path extrusionOk="0" h="335" w="4776">
                  <a:moveTo>
                    <a:pt x="168" y="1"/>
                  </a:moveTo>
                  <a:cubicBezTo>
                    <a:pt x="72" y="1"/>
                    <a:pt x="1" y="72"/>
                    <a:pt x="1" y="168"/>
                  </a:cubicBezTo>
                  <a:cubicBezTo>
                    <a:pt x="1" y="263"/>
                    <a:pt x="72" y="334"/>
                    <a:pt x="168" y="334"/>
                  </a:cubicBezTo>
                  <a:lnTo>
                    <a:pt x="4621" y="334"/>
                  </a:lnTo>
                  <a:cubicBezTo>
                    <a:pt x="4704" y="334"/>
                    <a:pt x="4775" y="263"/>
                    <a:pt x="4775" y="168"/>
                  </a:cubicBezTo>
                  <a:cubicBezTo>
                    <a:pt x="4775" y="72"/>
                    <a:pt x="4704" y="1"/>
                    <a:pt x="46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65"/>
            <p:cNvSpPr/>
            <p:nvPr/>
          </p:nvSpPr>
          <p:spPr>
            <a:xfrm>
              <a:off x="3931624" y="1618532"/>
              <a:ext cx="67098" cy="10663"/>
            </a:xfrm>
            <a:custGeom>
              <a:rect b="b" l="l" r="r" t="t"/>
              <a:pathLst>
                <a:path extrusionOk="0" h="335" w="2108">
                  <a:moveTo>
                    <a:pt x="155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63"/>
                    <a:pt x="72" y="334"/>
                    <a:pt x="155" y="334"/>
                  </a:cubicBezTo>
                  <a:lnTo>
                    <a:pt x="1941" y="334"/>
                  </a:lnTo>
                  <a:cubicBezTo>
                    <a:pt x="2036" y="334"/>
                    <a:pt x="2108" y="263"/>
                    <a:pt x="2108" y="168"/>
                  </a:cubicBezTo>
                  <a:cubicBezTo>
                    <a:pt x="2108" y="72"/>
                    <a:pt x="2036" y="1"/>
                    <a:pt x="19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65"/>
            <p:cNvSpPr/>
            <p:nvPr/>
          </p:nvSpPr>
          <p:spPr>
            <a:xfrm>
              <a:off x="3767509" y="1590108"/>
              <a:ext cx="39087" cy="10663"/>
            </a:xfrm>
            <a:custGeom>
              <a:rect b="b" l="l" r="r" t="t"/>
              <a:pathLst>
                <a:path extrusionOk="0" h="335" w="1228">
                  <a:moveTo>
                    <a:pt x="168" y="1"/>
                  </a:moveTo>
                  <a:cubicBezTo>
                    <a:pt x="72" y="1"/>
                    <a:pt x="1" y="72"/>
                    <a:pt x="1" y="168"/>
                  </a:cubicBezTo>
                  <a:cubicBezTo>
                    <a:pt x="1" y="263"/>
                    <a:pt x="72" y="334"/>
                    <a:pt x="168" y="334"/>
                  </a:cubicBezTo>
                  <a:lnTo>
                    <a:pt x="1061" y="334"/>
                  </a:lnTo>
                  <a:cubicBezTo>
                    <a:pt x="1144" y="334"/>
                    <a:pt x="1227" y="263"/>
                    <a:pt x="1227" y="168"/>
                  </a:cubicBezTo>
                  <a:cubicBezTo>
                    <a:pt x="1227" y="72"/>
                    <a:pt x="1144" y="1"/>
                    <a:pt x="10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65"/>
            <p:cNvSpPr/>
            <p:nvPr/>
          </p:nvSpPr>
          <p:spPr>
            <a:xfrm>
              <a:off x="3818309" y="1590108"/>
              <a:ext cx="180412" cy="10663"/>
            </a:xfrm>
            <a:custGeom>
              <a:rect b="b" l="l" r="r" t="t"/>
              <a:pathLst>
                <a:path extrusionOk="0" h="335" w="5668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63"/>
                    <a:pt x="72" y="334"/>
                    <a:pt x="167" y="334"/>
                  </a:cubicBezTo>
                  <a:lnTo>
                    <a:pt x="5501" y="334"/>
                  </a:lnTo>
                  <a:cubicBezTo>
                    <a:pt x="5596" y="334"/>
                    <a:pt x="5668" y="263"/>
                    <a:pt x="5668" y="168"/>
                  </a:cubicBezTo>
                  <a:cubicBezTo>
                    <a:pt x="5668" y="72"/>
                    <a:pt x="5596" y="1"/>
                    <a:pt x="55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38" name="Google Shape;538;p65"/>
            <p:cNvGrpSpPr/>
            <p:nvPr/>
          </p:nvGrpSpPr>
          <p:grpSpPr>
            <a:xfrm>
              <a:off x="3716358" y="1544655"/>
              <a:ext cx="361971" cy="314958"/>
              <a:chOff x="3716358" y="1544655"/>
              <a:chExt cx="361971" cy="314958"/>
            </a:xfrm>
          </p:grpSpPr>
          <p:sp>
            <p:nvSpPr>
              <p:cNvPr id="539" name="Google Shape;539;p65"/>
              <p:cNvSpPr/>
              <p:nvPr/>
            </p:nvSpPr>
            <p:spPr>
              <a:xfrm>
                <a:off x="3767509" y="1675381"/>
                <a:ext cx="84540" cy="10663"/>
              </a:xfrm>
              <a:custGeom>
                <a:rect b="b" l="l" r="r" t="t"/>
                <a:pathLst>
                  <a:path extrusionOk="0" h="335" w="2656">
                    <a:moveTo>
                      <a:pt x="168" y="1"/>
                    </a:moveTo>
                    <a:cubicBezTo>
                      <a:pt x="72" y="1"/>
                      <a:pt x="1" y="72"/>
                      <a:pt x="1" y="167"/>
                    </a:cubicBezTo>
                    <a:cubicBezTo>
                      <a:pt x="1" y="263"/>
                      <a:pt x="72" y="334"/>
                      <a:pt x="168" y="334"/>
                    </a:cubicBezTo>
                    <a:lnTo>
                      <a:pt x="2477" y="334"/>
                    </a:lnTo>
                    <a:cubicBezTo>
                      <a:pt x="2561" y="334"/>
                      <a:pt x="2632" y="263"/>
                      <a:pt x="2632" y="167"/>
                    </a:cubicBezTo>
                    <a:cubicBezTo>
                      <a:pt x="2656" y="72"/>
                      <a:pt x="2573" y="1"/>
                      <a:pt x="24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0" name="Google Shape;540;p65"/>
              <p:cNvSpPr/>
              <p:nvPr/>
            </p:nvSpPr>
            <p:spPr>
              <a:xfrm>
                <a:off x="3875158" y="1675381"/>
                <a:ext cx="123564" cy="10663"/>
              </a:xfrm>
              <a:custGeom>
                <a:rect b="b" l="l" r="r" t="t"/>
                <a:pathLst>
                  <a:path extrusionOk="0" h="335" w="3882">
                    <a:moveTo>
                      <a:pt x="167" y="1"/>
                    </a:moveTo>
                    <a:cubicBezTo>
                      <a:pt x="72" y="1"/>
                      <a:pt x="0" y="72"/>
                      <a:pt x="0" y="167"/>
                    </a:cubicBezTo>
                    <a:cubicBezTo>
                      <a:pt x="0" y="263"/>
                      <a:pt x="72" y="334"/>
                      <a:pt x="167" y="334"/>
                    </a:cubicBezTo>
                    <a:lnTo>
                      <a:pt x="3715" y="334"/>
                    </a:lnTo>
                    <a:cubicBezTo>
                      <a:pt x="3810" y="334"/>
                      <a:pt x="3882" y="263"/>
                      <a:pt x="3882" y="167"/>
                    </a:cubicBezTo>
                    <a:cubicBezTo>
                      <a:pt x="3882" y="72"/>
                      <a:pt x="3810" y="1"/>
                      <a:pt x="371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" name="Google Shape;541;p65"/>
              <p:cNvSpPr/>
              <p:nvPr/>
            </p:nvSpPr>
            <p:spPr>
              <a:xfrm>
                <a:off x="3767509" y="1703423"/>
                <a:ext cx="174747" cy="10663"/>
              </a:xfrm>
              <a:custGeom>
                <a:rect b="b" l="l" r="r" t="t"/>
                <a:pathLst>
                  <a:path extrusionOk="0" h="335" w="5490">
                    <a:moveTo>
                      <a:pt x="168" y="1"/>
                    </a:moveTo>
                    <a:cubicBezTo>
                      <a:pt x="72" y="1"/>
                      <a:pt x="1" y="72"/>
                      <a:pt x="1" y="168"/>
                    </a:cubicBezTo>
                    <a:cubicBezTo>
                      <a:pt x="1" y="251"/>
                      <a:pt x="72" y="334"/>
                      <a:pt x="168" y="334"/>
                    </a:cubicBezTo>
                    <a:lnTo>
                      <a:pt x="5335" y="334"/>
                    </a:lnTo>
                    <a:cubicBezTo>
                      <a:pt x="5418" y="334"/>
                      <a:pt x="5490" y="251"/>
                      <a:pt x="5490" y="168"/>
                    </a:cubicBezTo>
                    <a:cubicBezTo>
                      <a:pt x="5490" y="72"/>
                      <a:pt x="5418" y="1"/>
                      <a:pt x="53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" name="Google Shape;542;p65"/>
              <p:cNvSpPr/>
              <p:nvPr/>
            </p:nvSpPr>
            <p:spPr>
              <a:xfrm>
                <a:off x="3954351" y="1703423"/>
                <a:ext cx="44371" cy="10663"/>
              </a:xfrm>
              <a:custGeom>
                <a:rect b="b" l="l" r="r" t="t"/>
                <a:pathLst>
                  <a:path extrusionOk="0" h="335" w="1394">
                    <a:moveTo>
                      <a:pt x="155" y="1"/>
                    </a:moveTo>
                    <a:cubicBezTo>
                      <a:pt x="72" y="1"/>
                      <a:pt x="1" y="72"/>
                      <a:pt x="1" y="168"/>
                    </a:cubicBezTo>
                    <a:cubicBezTo>
                      <a:pt x="1" y="251"/>
                      <a:pt x="72" y="334"/>
                      <a:pt x="155" y="334"/>
                    </a:cubicBezTo>
                    <a:lnTo>
                      <a:pt x="1227" y="334"/>
                    </a:lnTo>
                    <a:cubicBezTo>
                      <a:pt x="1322" y="334"/>
                      <a:pt x="1394" y="251"/>
                      <a:pt x="1394" y="168"/>
                    </a:cubicBezTo>
                    <a:cubicBezTo>
                      <a:pt x="1394" y="72"/>
                      <a:pt x="1322" y="1"/>
                      <a:pt x="1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3" name="Google Shape;543;p65"/>
              <p:cNvSpPr/>
              <p:nvPr/>
            </p:nvSpPr>
            <p:spPr>
              <a:xfrm>
                <a:off x="3716358" y="1544655"/>
                <a:ext cx="361971" cy="314958"/>
              </a:xfrm>
              <a:custGeom>
                <a:rect b="b" l="l" r="r" t="t"/>
                <a:pathLst>
                  <a:path extrusionOk="0" h="9895" w="11372">
                    <a:moveTo>
                      <a:pt x="3513" y="6751"/>
                    </a:moveTo>
                    <a:lnTo>
                      <a:pt x="3346" y="7477"/>
                    </a:lnTo>
                    <a:lnTo>
                      <a:pt x="1953" y="7477"/>
                    </a:lnTo>
                    <a:lnTo>
                      <a:pt x="1953" y="7489"/>
                    </a:lnTo>
                    <a:cubicBezTo>
                      <a:pt x="1656" y="7489"/>
                      <a:pt x="1394" y="7251"/>
                      <a:pt x="1394" y="6941"/>
                    </a:cubicBezTo>
                    <a:lnTo>
                      <a:pt x="1394" y="6751"/>
                    </a:lnTo>
                    <a:close/>
                    <a:moveTo>
                      <a:pt x="9430" y="333"/>
                    </a:moveTo>
                    <a:cubicBezTo>
                      <a:pt x="9728" y="333"/>
                      <a:pt x="9990" y="572"/>
                      <a:pt x="9990" y="881"/>
                    </a:cubicBezTo>
                    <a:lnTo>
                      <a:pt x="9990" y="5870"/>
                    </a:lnTo>
                    <a:cubicBezTo>
                      <a:pt x="9990" y="6168"/>
                      <a:pt x="9752" y="6418"/>
                      <a:pt x="9430" y="6418"/>
                    </a:cubicBezTo>
                    <a:lnTo>
                      <a:pt x="6597" y="6418"/>
                    </a:lnTo>
                    <a:cubicBezTo>
                      <a:pt x="6561" y="6418"/>
                      <a:pt x="6537" y="6429"/>
                      <a:pt x="6501" y="6441"/>
                    </a:cubicBezTo>
                    <a:lnTo>
                      <a:pt x="3489" y="8501"/>
                    </a:lnTo>
                    <a:cubicBezTo>
                      <a:pt x="3465" y="8501"/>
                      <a:pt x="3465" y="8489"/>
                      <a:pt x="3465" y="8489"/>
                    </a:cubicBezTo>
                    <a:lnTo>
                      <a:pt x="3906" y="6608"/>
                    </a:lnTo>
                    <a:cubicBezTo>
                      <a:pt x="3918" y="6560"/>
                      <a:pt x="3906" y="6501"/>
                      <a:pt x="3870" y="6477"/>
                    </a:cubicBezTo>
                    <a:cubicBezTo>
                      <a:pt x="3834" y="6429"/>
                      <a:pt x="3799" y="6418"/>
                      <a:pt x="3739" y="6418"/>
                    </a:cubicBezTo>
                    <a:lnTo>
                      <a:pt x="894" y="6418"/>
                    </a:lnTo>
                    <a:cubicBezTo>
                      <a:pt x="596" y="6418"/>
                      <a:pt x="346" y="6179"/>
                      <a:pt x="346" y="5870"/>
                    </a:cubicBezTo>
                    <a:lnTo>
                      <a:pt x="346" y="881"/>
                    </a:lnTo>
                    <a:cubicBezTo>
                      <a:pt x="346" y="584"/>
                      <a:pt x="584" y="333"/>
                      <a:pt x="894" y="333"/>
                    </a:cubicBezTo>
                    <a:close/>
                    <a:moveTo>
                      <a:pt x="10502" y="1405"/>
                    </a:moveTo>
                    <a:cubicBezTo>
                      <a:pt x="10800" y="1405"/>
                      <a:pt x="11061" y="1643"/>
                      <a:pt x="11061" y="1953"/>
                    </a:cubicBezTo>
                    <a:lnTo>
                      <a:pt x="11061" y="6941"/>
                    </a:lnTo>
                    <a:cubicBezTo>
                      <a:pt x="11050" y="7239"/>
                      <a:pt x="10788" y="7489"/>
                      <a:pt x="10490" y="7489"/>
                    </a:cubicBezTo>
                    <a:lnTo>
                      <a:pt x="7656" y="7489"/>
                    </a:lnTo>
                    <a:cubicBezTo>
                      <a:pt x="7609" y="7489"/>
                      <a:pt x="7549" y="7525"/>
                      <a:pt x="7513" y="7549"/>
                    </a:cubicBezTo>
                    <a:cubicBezTo>
                      <a:pt x="7490" y="7596"/>
                      <a:pt x="7478" y="7644"/>
                      <a:pt x="7490" y="7680"/>
                    </a:cubicBezTo>
                    <a:lnTo>
                      <a:pt x="7918" y="9561"/>
                    </a:lnTo>
                    <a:lnTo>
                      <a:pt x="7918" y="9573"/>
                    </a:lnTo>
                    <a:lnTo>
                      <a:pt x="7906" y="9573"/>
                    </a:lnTo>
                    <a:lnTo>
                      <a:pt x="5216" y="7727"/>
                    </a:lnTo>
                    <a:lnTo>
                      <a:pt x="6644" y="6751"/>
                    </a:lnTo>
                    <a:lnTo>
                      <a:pt x="9430" y="6751"/>
                    </a:lnTo>
                    <a:cubicBezTo>
                      <a:pt x="9930" y="6751"/>
                      <a:pt x="10311" y="6358"/>
                      <a:pt x="10311" y="5870"/>
                    </a:cubicBezTo>
                    <a:lnTo>
                      <a:pt x="10311" y="1405"/>
                    </a:lnTo>
                    <a:close/>
                    <a:moveTo>
                      <a:pt x="882" y="0"/>
                    </a:moveTo>
                    <a:cubicBezTo>
                      <a:pt x="393" y="0"/>
                      <a:pt x="1" y="393"/>
                      <a:pt x="1" y="881"/>
                    </a:cubicBezTo>
                    <a:lnTo>
                      <a:pt x="1" y="5870"/>
                    </a:lnTo>
                    <a:cubicBezTo>
                      <a:pt x="1" y="6358"/>
                      <a:pt x="393" y="6739"/>
                      <a:pt x="882" y="6739"/>
                    </a:cubicBezTo>
                    <a:lnTo>
                      <a:pt x="1072" y="6739"/>
                    </a:lnTo>
                    <a:lnTo>
                      <a:pt x="1072" y="6941"/>
                    </a:lnTo>
                    <a:cubicBezTo>
                      <a:pt x="1072" y="7430"/>
                      <a:pt x="1465" y="7811"/>
                      <a:pt x="1953" y="7811"/>
                    </a:cubicBezTo>
                    <a:lnTo>
                      <a:pt x="3275" y="7811"/>
                    </a:lnTo>
                    <a:lnTo>
                      <a:pt x="3144" y="8406"/>
                    </a:lnTo>
                    <a:cubicBezTo>
                      <a:pt x="3108" y="8549"/>
                      <a:pt x="3168" y="8692"/>
                      <a:pt x="3287" y="8763"/>
                    </a:cubicBezTo>
                    <a:cubicBezTo>
                      <a:pt x="3346" y="8811"/>
                      <a:pt x="3430" y="8823"/>
                      <a:pt x="3489" y="8823"/>
                    </a:cubicBezTo>
                    <a:cubicBezTo>
                      <a:pt x="3561" y="8823"/>
                      <a:pt x="3620" y="8811"/>
                      <a:pt x="3680" y="8763"/>
                    </a:cubicBezTo>
                    <a:lnTo>
                      <a:pt x="4918" y="7918"/>
                    </a:lnTo>
                    <a:lnTo>
                      <a:pt x="7704" y="9835"/>
                    </a:lnTo>
                    <a:cubicBezTo>
                      <a:pt x="7763" y="9882"/>
                      <a:pt x="7847" y="9894"/>
                      <a:pt x="7906" y="9894"/>
                    </a:cubicBezTo>
                    <a:cubicBezTo>
                      <a:pt x="7978" y="9894"/>
                      <a:pt x="8037" y="9882"/>
                      <a:pt x="8097" y="9835"/>
                    </a:cubicBezTo>
                    <a:cubicBezTo>
                      <a:pt x="8216" y="9763"/>
                      <a:pt x="8275" y="9620"/>
                      <a:pt x="8240" y="9477"/>
                    </a:cubicBezTo>
                    <a:lnTo>
                      <a:pt x="7859" y="7811"/>
                    </a:lnTo>
                    <a:lnTo>
                      <a:pt x="10490" y="7811"/>
                    </a:lnTo>
                    <a:cubicBezTo>
                      <a:pt x="10978" y="7811"/>
                      <a:pt x="11371" y="7430"/>
                      <a:pt x="11371" y="6941"/>
                    </a:cubicBezTo>
                    <a:lnTo>
                      <a:pt x="11371" y="1953"/>
                    </a:lnTo>
                    <a:cubicBezTo>
                      <a:pt x="11371" y="1476"/>
                      <a:pt x="10966" y="1072"/>
                      <a:pt x="10490" y="1072"/>
                    </a:cubicBezTo>
                    <a:lnTo>
                      <a:pt x="10299" y="1072"/>
                    </a:lnTo>
                    <a:lnTo>
                      <a:pt x="10299" y="881"/>
                    </a:lnTo>
                    <a:cubicBezTo>
                      <a:pt x="10299" y="393"/>
                      <a:pt x="9918" y="0"/>
                      <a:pt x="94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44" name="Google Shape;544;p65"/>
          <p:cNvGrpSpPr/>
          <p:nvPr/>
        </p:nvGrpSpPr>
        <p:grpSpPr>
          <a:xfrm>
            <a:off x="7931249" y="1291364"/>
            <a:ext cx="499533" cy="305136"/>
            <a:chOff x="7009649" y="1541981"/>
            <a:chExt cx="524940" cy="320655"/>
          </a:xfrm>
        </p:grpSpPr>
        <p:sp>
          <p:nvSpPr>
            <p:cNvPr id="545" name="Google Shape;545;p65"/>
            <p:cNvSpPr/>
            <p:nvPr/>
          </p:nvSpPr>
          <p:spPr>
            <a:xfrm>
              <a:off x="7009649" y="1541981"/>
              <a:ext cx="524940" cy="320655"/>
            </a:xfrm>
            <a:custGeom>
              <a:rect b="b" l="l" r="r" t="t"/>
              <a:pathLst>
                <a:path extrusionOk="0" h="10074" w="16492">
                  <a:moveTo>
                    <a:pt x="13979" y="1227"/>
                  </a:moveTo>
                  <a:lnTo>
                    <a:pt x="13979" y="6764"/>
                  </a:lnTo>
                  <a:lnTo>
                    <a:pt x="11348" y="6764"/>
                  </a:lnTo>
                  <a:cubicBezTo>
                    <a:pt x="11205" y="6764"/>
                    <a:pt x="11109" y="6871"/>
                    <a:pt x="11109" y="7002"/>
                  </a:cubicBezTo>
                  <a:cubicBezTo>
                    <a:pt x="11109" y="7145"/>
                    <a:pt x="11205" y="7240"/>
                    <a:pt x="11348" y="7240"/>
                  </a:cubicBezTo>
                  <a:lnTo>
                    <a:pt x="13979" y="7240"/>
                  </a:lnTo>
                  <a:lnTo>
                    <a:pt x="13979" y="7514"/>
                  </a:lnTo>
                  <a:lnTo>
                    <a:pt x="2537" y="7514"/>
                  </a:lnTo>
                  <a:lnTo>
                    <a:pt x="2537" y="7240"/>
                  </a:lnTo>
                  <a:lnTo>
                    <a:pt x="10336" y="7240"/>
                  </a:lnTo>
                  <a:cubicBezTo>
                    <a:pt x="10466" y="7240"/>
                    <a:pt x="10574" y="7145"/>
                    <a:pt x="10574" y="7002"/>
                  </a:cubicBezTo>
                  <a:cubicBezTo>
                    <a:pt x="10574" y="6871"/>
                    <a:pt x="10466" y="6764"/>
                    <a:pt x="10336" y="6764"/>
                  </a:cubicBezTo>
                  <a:lnTo>
                    <a:pt x="7014" y="6764"/>
                  </a:lnTo>
                  <a:lnTo>
                    <a:pt x="7014" y="1227"/>
                  </a:lnTo>
                  <a:close/>
                  <a:moveTo>
                    <a:pt x="14169" y="7990"/>
                  </a:moveTo>
                  <a:lnTo>
                    <a:pt x="14943" y="8287"/>
                  </a:lnTo>
                  <a:lnTo>
                    <a:pt x="1537" y="8287"/>
                  </a:lnTo>
                  <a:lnTo>
                    <a:pt x="2323" y="7990"/>
                  </a:lnTo>
                  <a:close/>
                  <a:moveTo>
                    <a:pt x="10240" y="8776"/>
                  </a:moveTo>
                  <a:lnTo>
                    <a:pt x="10014" y="9002"/>
                  </a:lnTo>
                  <a:lnTo>
                    <a:pt x="6526" y="9002"/>
                  </a:lnTo>
                  <a:lnTo>
                    <a:pt x="6299" y="8776"/>
                  </a:lnTo>
                  <a:close/>
                  <a:moveTo>
                    <a:pt x="16003" y="8776"/>
                  </a:moveTo>
                  <a:lnTo>
                    <a:pt x="16003" y="8823"/>
                  </a:lnTo>
                  <a:lnTo>
                    <a:pt x="16015" y="8823"/>
                  </a:lnTo>
                  <a:cubicBezTo>
                    <a:pt x="16015" y="9252"/>
                    <a:pt x="15658" y="9609"/>
                    <a:pt x="15229" y="9609"/>
                  </a:cubicBezTo>
                  <a:lnTo>
                    <a:pt x="1287" y="9609"/>
                  </a:lnTo>
                  <a:cubicBezTo>
                    <a:pt x="846" y="9609"/>
                    <a:pt x="489" y="9252"/>
                    <a:pt x="489" y="8823"/>
                  </a:cubicBezTo>
                  <a:lnTo>
                    <a:pt x="489" y="8776"/>
                  </a:lnTo>
                  <a:lnTo>
                    <a:pt x="5633" y="8776"/>
                  </a:lnTo>
                  <a:lnTo>
                    <a:pt x="6252" y="9407"/>
                  </a:lnTo>
                  <a:cubicBezTo>
                    <a:pt x="6299" y="9454"/>
                    <a:pt x="6359" y="9478"/>
                    <a:pt x="6418" y="9478"/>
                  </a:cubicBezTo>
                  <a:lnTo>
                    <a:pt x="10121" y="9478"/>
                  </a:lnTo>
                  <a:cubicBezTo>
                    <a:pt x="10181" y="9478"/>
                    <a:pt x="10240" y="9454"/>
                    <a:pt x="10288" y="9407"/>
                  </a:cubicBezTo>
                  <a:lnTo>
                    <a:pt x="10907" y="8776"/>
                  </a:lnTo>
                  <a:close/>
                  <a:moveTo>
                    <a:pt x="2811" y="1"/>
                  </a:moveTo>
                  <a:cubicBezTo>
                    <a:pt x="2382" y="1"/>
                    <a:pt x="2037" y="346"/>
                    <a:pt x="2037" y="775"/>
                  </a:cubicBezTo>
                  <a:lnTo>
                    <a:pt x="2037" y="3799"/>
                  </a:lnTo>
                  <a:cubicBezTo>
                    <a:pt x="2037" y="3930"/>
                    <a:pt x="2144" y="4037"/>
                    <a:pt x="2275" y="4037"/>
                  </a:cubicBezTo>
                  <a:cubicBezTo>
                    <a:pt x="2418" y="4037"/>
                    <a:pt x="2513" y="3930"/>
                    <a:pt x="2513" y="3799"/>
                  </a:cubicBezTo>
                  <a:lnTo>
                    <a:pt x="2513" y="1215"/>
                  </a:lnTo>
                  <a:lnTo>
                    <a:pt x="6526" y="1215"/>
                  </a:lnTo>
                  <a:lnTo>
                    <a:pt x="6526" y="6752"/>
                  </a:lnTo>
                  <a:lnTo>
                    <a:pt x="2513" y="6752"/>
                  </a:lnTo>
                  <a:lnTo>
                    <a:pt x="2513" y="4763"/>
                  </a:lnTo>
                  <a:cubicBezTo>
                    <a:pt x="2513" y="4632"/>
                    <a:pt x="2418" y="4525"/>
                    <a:pt x="2275" y="4525"/>
                  </a:cubicBezTo>
                  <a:cubicBezTo>
                    <a:pt x="2144" y="4525"/>
                    <a:pt x="2037" y="4632"/>
                    <a:pt x="2037" y="4763"/>
                  </a:cubicBezTo>
                  <a:lnTo>
                    <a:pt x="2037" y="7573"/>
                  </a:lnTo>
                  <a:lnTo>
                    <a:pt x="156" y="8299"/>
                  </a:lnTo>
                  <a:cubicBezTo>
                    <a:pt x="60" y="8335"/>
                    <a:pt x="1" y="8430"/>
                    <a:pt x="1" y="8526"/>
                  </a:cubicBezTo>
                  <a:lnTo>
                    <a:pt x="1" y="8811"/>
                  </a:lnTo>
                  <a:cubicBezTo>
                    <a:pt x="1" y="9502"/>
                    <a:pt x="572" y="10073"/>
                    <a:pt x="1263" y="10073"/>
                  </a:cubicBezTo>
                  <a:lnTo>
                    <a:pt x="15217" y="10073"/>
                  </a:lnTo>
                  <a:cubicBezTo>
                    <a:pt x="15908" y="10073"/>
                    <a:pt x="16479" y="9502"/>
                    <a:pt x="16479" y="8811"/>
                  </a:cubicBezTo>
                  <a:lnTo>
                    <a:pt x="16479" y="8526"/>
                  </a:lnTo>
                  <a:cubicBezTo>
                    <a:pt x="16491" y="8430"/>
                    <a:pt x="16432" y="8347"/>
                    <a:pt x="16348" y="8323"/>
                  </a:cubicBezTo>
                  <a:lnTo>
                    <a:pt x="14467" y="7585"/>
                  </a:lnTo>
                  <a:lnTo>
                    <a:pt x="14467" y="775"/>
                  </a:lnTo>
                  <a:cubicBezTo>
                    <a:pt x="14467" y="346"/>
                    <a:pt x="14122" y="1"/>
                    <a:pt x="13693" y="1"/>
                  </a:cubicBezTo>
                  <a:lnTo>
                    <a:pt x="11550" y="1"/>
                  </a:lnTo>
                  <a:cubicBezTo>
                    <a:pt x="11419" y="1"/>
                    <a:pt x="11312" y="108"/>
                    <a:pt x="11312" y="239"/>
                  </a:cubicBezTo>
                  <a:cubicBezTo>
                    <a:pt x="11312" y="370"/>
                    <a:pt x="11419" y="477"/>
                    <a:pt x="11550" y="477"/>
                  </a:cubicBezTo>
                  <a:lnTo>
                    <a:pt x="13693" y="477"/>
                  </a:lnTo>
                  <a:cubicBezTo>
                    <a:pt x="13848" y="477"/>
                    <a:pt x="13967" y="596"/>
                    <a:pt x="13979" y="739"/>
                  </a:cubicBezTo>
                  <a:lnTo>
                    <a:pt x="2537" y="739"/>
                  </a:lnTo>
                  <a:cubicBezTo>
                    <a:pt x="2549" y="596"/>
                    <a:pt x="2668" y="477"/>
                    <a:pt x="2811" y="477"/>
                  </a:cubicBezTo>
                  <a:lnTo>
                    <a:pt x="10586" y="477"/>
                  </a:lnTo>
                  <a:cubicBezTo>
                    <a:pt x="10717" y="477"/>
                    <a:pt x="10824" y="370"/>
                    <a:pt x="10824" y="239"/>
                  </a:cubicBezTo>
                  <a:cubicBezTo>
                    <a:pt x="10824" y="108"/>
                    <a:pt x="10717" y="1"/>
                    <a:pt x="10586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65"/>
            <p:cNvSpPr/>
            <p:nvPr/>
          </p:nvSpPr>
          <p:spPr>
            <a:xfrm>
              <a:off x="7110104" y="1604909"/>
              <a:ext cx="61782" cy="41697"/>
            </a:xfrm>
            <a:custGeom>
              <a:rect b="b" l="l" r="r" t="t"/>
              <a:pathLst>
                <a:path extrusionOk="0" h="1310" w="1941">
                  <a:moveTo>
                    <a:pt x="1441" y="488"/>
                  </a:moveTo>
                  <a:lnTo>
                    <a:pt x="1441" y="834"/>
                  </a:lnTo>
                  <a:lnTo>
                    <a:pt x="488" y="834"/>
                  </a:lnTo>
                  <a:lnTo>
                    <a:pt x="488" y="488"/>
                  </a:lnTo>
                  <a:close/>
                  <a:moveTo>
                    <a:pt x="238" y="0"/>
                  </a:moveTo>
                  <a:cubicBezTo>
                    <a:pt x="107" y="0"/>
                    <a:pt x="0" y="107"/>
                    <a:pt x="0" y="238"/>
                  </a:cubicBezTo>
                  <a:lnTo>
                    <a:pt x="0" y="1072"/>
                  </a:lnTo>
                  <a:cubicBezTo>
                    <a:pt x="0" y="1203"/>
                    <a:pt x="107" y="1310"/>
                    <a:pt x="238" y="1310"/>
                  </a:cubicBezTo>
                  <a:lnTo>
                    <a:pt x="1679" y="1310"/>
                  </a:lnTo>
                  <a:cubicBezTo>
                    <a:pt x="1822" y="1310"/>
                    <a:pt x="1917" y="1203"/>
                    <a:pt x="1917" y="1072"/>
                  </a:cubicBezTo>
                  <a:lnTo>
                    <a:pt x="1917" y="238"/>
                  </a:lnTo>
                  <a:cubicBezTo>
                    <a:pt x="1941" y="119"/>
                    <a:pt x="1822" y="0"/>
                    <a:pt x="1679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65"/>
            <p:cNvSpPr/>
            <p:nvPr/>
          </p:nvSpPr>
          <p:spPr>
            <a:xfrm>
              <a:off x="7110455" y="1655296"/>
              <a:ext cx="96700" cy="15183"/>
            </a:xfrm>
            <a:custGeom>
              <a:rect b="b" l="l" r="r" t="t"/>
              <a:pathLst>
                <a:path extrusionOk="0" h="477" w="3038">
                  <a:moveTo>
                    <a:pt x="239" y="1"/>
                  </a:moveTo>
                  <a:cubicBezTo>
                    <a:pt x="108" y="1"/>
                    <a:pt x="1" y="96"/>
                    <a:pt x="1" y="239"/>
                  </a:cubicBezTo>
                  <a:cubicBezTo>
                    <a:pt x="1" y="370"/>
                    <a:pt x="108" y="477"/>
                    <a:pt x="239" y="477"/>
                  </a:cubicBezTo>
                  <a:lnTo>
                    <a:pt x="2799" y="477"/>
                  </a:lnTo>
                  <a:cubicBezTo>
                    <a:pt x="2942" y="477"/>
                    <a:pt x="3037" y="370"/>
                    <a:pt x="3037" y="239"/>
                  </a:cubicBezTo>
                  <a:cubicBezTo>
                    <a:pt x="3037" y="96"/>
                    <a:pt x="2942" y="1"/>
                    <a:pt x="2799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65"/>
            <p:cNvSpPr/>
            <p:nvPr/>
          </p:nvSpPr>
          <p:spPr>
            <a:xfrm>
              <a:off x="7146104" y="1676909"/>
              <a:ext cx="61050" cy="41729"/>
            </a:xfrm>
            <a:custGeom>
              <a:rect b="b" l="l" r="r" t="t"/>
              <a:pathLst>
                <a:path extrusionOk="0" h="1311" w="1918">
                  <a:moveTo>
                    <a:pt x="1441" y="489"/>
                  </a:moveTo>
                  <a:lnTo>
                    <a:pt x="1441" y="834"/>
                  </a:lnTo>
                  <a:lnTo>
                    <a:pt x="488" y="834"/>
                  </a:lnTo>
                  <a:lnTo>
                    <a:pt x="488" y="489"/>
                  </a:lnTo>
                  <a:close/>
                  <a:moveTo>
                    <a:pt x="238" y="0"/>
                  </a:moveTo>
                  <a:cubicBezTo>
                    <a:pt x="107" y="0"/>
                    <a:pt x="0" y="108"/>
                    <a:pt x="0" y="239"/>
                  </a:cubicBezTo>
                  <a:lnTo>
                    <a:pt x="0" y="1072"/>
                  </a:lnTo>
                  <a:cubicBezTo>
                    <a:pt x="0" y="1203"/>
                    <a:pt x="107" y="1310"/>
                    <a:pt x="238" y="1310"/>
                  </a:cubicBezTo>
                  <a:lnTo>
                    <a:pt x="1679" y="1310"/>
                  </a:lnTo>
                  <a:cubicBezTo>
                    <a:pt x="1822" y="1310"/>
                    <a:pt x="1917" y="1203"/>
                    <a:pt x="1917" y="1072"/>
                  </a:cubicBezTo>
                  <a:lnTo>
                    <a:pt x="1917" y="239"/>
                  </a:lnTo>
                  <a:cubicBezTo>
                    <a:pt x="1917" y="108"/>
                    <a:pt x="1822" y="0"/>
                    <a:pt x="1679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65"/>
            <p:cNvSpPr/>
            <p:nvPr/>
          </p:nvSpPr>
          <p:spPr>
            <a:xfrm>
              <a:off x="7110455" y="1726563"/>
              <a:ext cx="96700" cy="15183"/>
            </a:xfrm>
            <a:custGeom>
              <a:rect b="b" l="l" r="r" t="t"/>
              <a:pathLst>
                <a:path extrusionOk="0" h="477" w="3038">
                  <a:moveTo>
                    <a:pt x="239" y="0"/>
                  </a:moveTo>
                  <a:cubicBezTo>
                    <a:pt x="108" y="0"/>
                    <a:pt x="1" y="107"/>
                    <a:pt x="1" y="238"/>
                  </a:cubicBezTo>
                  <a:cubicBezTo>
                    <a:pt x="1" y="381"/>
                    <a:pt x="108" y="476"/>
                    <a:pt x="239" y="476"/>
                  </a:cubicBezTo>
                  <a:lnTo>
                    <a:pt x="2799" y="476"/>
                  </a:lnTo>
                  <a:cubicBezTo>
                    <a:pt x="2942" y="476"/>
                    <a:pt x="3037" y="381"/>
                    <a:pt x="3037" y="238"/>
                  </a:cubicBezTo>
                  <a:cubicBezTo>
                    <a:pt x="3037" y="107"/>
                    <a:pt x="2942" y="0"/>
                    <a:pt x="2799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65"/>
            <p:cNvSpPr/>
            <p:nvPr/>
          </p:nvSpPr>
          <p:spPr>
            <a:xfrm>
              <a:off x="7262825" y="1636739"/>
              <a:ext cx="48541" cy="80371"/>
            </a:xfrm>
            <a:custGeom>
              <a:rect b="b" l="l" r="r" t="t"/>
              <a:pathLst>
                <a:path extrusionOk="0" h="2525" w="1525">
                  <a:moveTo>
                    <a:pt x="1268" y="0"/>
                  </a:moveTo>
                  <a:cubicBezTo>
                    <a:pt x="1206" y="0"/>
                    <a:pt x="1143" y="24"/>
                    <a:pt x="1096" y="72"/>
                  </a:cubicBezTo>
                  <a:lnTo>
                    <a:pt x="72" y="1096"/>
                  </a:lnTo>
                  <a:cubicBezTo>
                    <a:pt x="24" y="1143"/>
                    <a:pt x="0" y="1203"/>
                    <a:pt x="0" y="1262"/>
                  </a:cubicBezTo>
                  <a:cubicBezTo>
                    <a:pt x="0" y="1322"/>
                    <a:pt x="24" y="1381"/>
                    <a:pt x="72" y="1429"/>
                  </a:cubicBezTo>
                  <a:lnTo>
                    <a:pt x="1096" y="2453"/>
                  </a:lnTo>
                  <a:cubicBezTo>
                    <a:pt x="1143" y="2501"/>
                    <a:pt x="1203" y="2524"/>
                    <a:pt x="1262" y="2524"/>
                  </a:cubicBezTo>
                  <a:cubicBezTo>
                    <a:pt x="1322" y="2524"/>
                    <a:pt x="1381" y="2501"/>
                    <a:pt x="1429" y="2453"/>
                  </a:cubicBezTo>
                  <a:cubicBezTo>
                    <a:pt x="1524" y="2370"/>
                    <a:pt x="1524" y="2215"/>
                    <a:pt x="1441" y="2108"/>
                  </a:cubicBezTo>
                  <a:lnTo>
                    <a:pt x="596" y="1262"/>
                  </a:lnTo>
                  <a:lnTo>
                    <a:pt x="1441" y="417"/>
                  </a:lnTo>
                  <a:cubicBezTo>
                    <a:pt x="1524" y="322"/>
                    <a:pt x="1524" y="167"/>
                    <a:pt x="1441" y="72"/>
                  </a:cubicBezTo>
                  <a:cubicBezTo>
                    <a:pt x="1393" y="24"/>
                    <a:pt x="1331" y="0"/>
                    <a:pt x="1268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65"/>
            <p:cNvSpPr/>
            <p:nvPr/>
          </p:nvSpPr>
          <p:spPr>
            <a:xfrm>
              <a:off x="7380691" y="1636357"/>
              <a:ext cx="48891" cy="80371"/>
            </a:xfrm>
            <a:custGeom>
              <a:rect b="b" l="l" r="r" t="t"/>
              <a:pathLst>
                <a:path extrusionOk="0" h="2525" w="1536">
                  <a:moveTo>
                    <a:pt x="261" y="0"/>
                  </a:moveTo>
                  <a:cubicBezTo>
                    <a:pt x="197" y="0"/>
                    <a:pt x="131" y="24"/>
                    <a:pt x="83" y="72"/>
                  </a:cubicBezTo>
                  <a:cubicBezTo>
                    <a:pt x="0" y="155"/>
                    <a:pt x="0" y="322"/>
                    <a:pt x="83" y="417"/>
                  </a:cubicBezTo>
                  <a:lnTo>
                    <a:pt x="941" y="1262"/>
                  </a:lnTo>
                  <a:lnTo>
                    <a:pt x="83" y="2108"/>
                  </a:lnTo>
                  <a:cubicBezTo>
                    <a:pt x="0" y="2203"/>
                    <a:pt x="0" y="2358"/>
                    <a:pt x="83" y="2453"/>
                  </a:cubicBezTo>
                  <a:cubicBezTo>
                    <a:pt x="131" y="2501"/>
                    <a:pt x="191" y="2525"/>
                    <a:pt x="250" y="2525"/>
                  </a:cubicBezTo>
                  <a:cubicBezTo>
                    <a:pt x="310" y="2525"/>
                    <a:pt x="369" y="2501"/>
                    <a:pt x="417" y="2453"/>
                  </a:cubicBezTo>
                  <a:lnTo>
                    <a:pt x="1441" y="1429"/>
                  </a:lnTo>
                  <a:cubicBezTo>
                    <a:pt x="1488" y="1382"/>
                    <a:pt x="1512" y="1322"/>
                    <a:pt x="1512" y="1262"/>
                  </a:cubicBezTo>
                  <a:cubicBezTo>
                    <a:pt x="1536" y="1203"/>
                    <a:pt x="1500" y="1143"/>
                    <a:pt x="1453" y="1096"/>
                  </a:cubicBezTo>
                  <a:lnTo>
                    <a:pt x="429" y="72"/>
                  </a:lnTo>
                  <a:cubicBezTo>
                    <a:pt x="387" y="24"/>
                    <a:pt x="325" y="0"/>
                    <a:pt x="261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65"/>
            <p:cNvSpPr/>
            <p:nvPr/>
          </p:nvSpPr>
          <p:spPr>
            <a:xfrm>
              <a:off x="7321933" y="1626744"/>
              <a:ext cx="48923" cy="99851"/>
            </a:xfrm>
            <a:custGeom>
              <a:rect b="b" l="l" r="r" t="t"/>
              <a:pathLst>
                <a:path extrusionOk="0" h="3137" w="1537">
                  <a:moveTo>
                    <a:pt x="1249" y="0"/>
                  </a:moveTo>
                  <a:cubicBezTo>
                    <a:pt x="1154" y="0"/>
                    <a:pt x="1061" y="59"/>
                    <a:pt x="1025" y="160"/>
                  </a:cubicBezTo>
                  <a:lnTo>
                    <a:pt x="48" y="2815"/>
                  </a:lnTo>
                  <a:cubicBezTo>
                    <a:pt x="1" y="2934"/>
                    <a:pt x="60" y="3077"/>
                    <a:pt x="191" y="3124"/>
                  </a:cubicBezTo>
                  <a:cubicBezTo>
                    <a:pt x="227" y="3136"/>
                    <a:pt x="251" y="3136"/>
                    <a:pt x="286" y="3136"/>
                  </a:cubicBezTo>
                  <a:cubicBezTo>
                    <a:pt x="382" y="3136"/>
                    <a:pt x="477" y="3077"/>
                    <a:pt x="501" y="2981"/>
                  </a:cubicBezTo>
                  <a:lnTo>
                    <a:pt x="1489" y="326"/>
                  </a:lnTo>
                  <a:cubicBezTo>
                    <a:pt x="1537" y="207"/>
                    <a:pt x="1477" y="64"/>
                    <a:pt x="1334" y="17"/>
                  </a:cubicBezTo>
                  <a:cubicBezTo>
                    <a:pt x="1307" y="6"/>
                    <a:pt x="1278" y="0"/>
                    <a:pt x="1249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66"/>
          <p:cNvSpPr txBox="1"/>
          <p:nvPr>
            <p:ph type="ctrTitle"/>
          </p:nvPr>
        </p:nvSpPr>
        <p:spPr>
          <a:xfrm>
            <a:off x="723600" y="470625"/>
            <a:ext cx="22317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 Mitigation</a:t>
            </a:r>
            <a:endParaRPr/>
          </a:p>
        </p:txBody>
      </p:sp>
      <p:sp>
        <p:nvSpPr>
          <p:cNvPr id="558" name="Google Shape;558;p66"/>
          <p:cNvSpPr/>
          <p:nvPr/>
        </p:nvSpPr>
        <p:spPr>
          <a:xfrm flipH="1">
            <a:off x="553625" y="1011600"/>
            <a:ext cx="2231700" cy="396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559" name="Google Shape;559;p66"/>
          <p:cNvSpPr txBox="1"/>
          <p:nvPr/>
        </p:nvSpPr>
        <p:spPr>
          <a:xfrm flipH="1">
            <a:off x="553525" y="1335775"/>
            <a:ext cx="18705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Data </a:t>
            </a:r>
            <a:endParaRPr b="1"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Breach</a:t>
            </a:r>
            <a:endParaRPr b="1"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560" name="Google Shape;560;p66"/>
          <p:cNvSpPr/>
          <p:nvPr/>
        </p:nvSpPr>
        <p:spPr>
          <a:xfrm flipH="1">
            <a:off x="3434800" y="1011600"/>
            <a:ext cx="2231700" cy="396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561" name="Google Shape;561;p66"/>
          <p:cNvSpPr/>
          <p:nvPr/>
        </p:nvSpPr>
        <p:spPr>
          <a:xfrm flipH="1">
            <a:off x="6315975" y="1011600"/>
            <a:ext cx="2231700" cy="396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66"/>
          <p:cNvSpPr txBox="1"/>
          <p:nvPr/>
        </p:nvSpPr>
        <p:spPr>
          <a:xfrm>
            <a:off x="553625" y="1943275"/>
            <a:ext cx="18171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Effective data breach prevention requires strong security policies, controlled access, employee training, encryption, and regular audits, incident response planning.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563" name="Google Shape;563;p66"/>
          <p:cNvSpPr txBox="1"/>
          <p:nvPr/>
        </p:nvSpPr>
        <p:spPr>
          <a:xfrm>
            <a:off x="3434800" y="1943275"/>
            <a:ext cx="22317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Implement review verification systems and moderation.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564" name="Google Shape;564;p66"/>
          <p:cNvSpPr txBox="1"/>
          <p:nvPr/>
        </p:nvSpPr>
        <p:spPr>
          <a:xfrm>
            <a:off x="6315975" y="1943275"/>
            <a:ext cx="18171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Address technical project delays by detailed planning, assembling skilled teams, regular training, frequent progress checks and risk management strategies.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565" name="Google Shape;565;p66"/>
          <p:cNvSpPr txBox="1"/>
          <p:nvPr/>
        </p:nvSpPr>
        <p:spPr>
          <a:xfrm flipH="1">
            <a:off x="3434950" y="1335775"/>
            <a:ext cx="22317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Biased Housing Reviews</a:t>
            </a:r>
            <a:endParaRPr b="1" sz="2000">
              <a:solidFill>
                <a:srgbClr val="1C285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566" name="Google Shape;566;p66"/>
          <p:cNvSpPr txBox="1"/>
          <p:nvPr/>
        </p:nvSpPr>
        <p:spPr>
          <a:xfrm flipH="1">
            <a:off x="6316275" y="1335775"/>
            <a:ext cx="22317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Technical Challenges</a:t>
            </a:r>
            <a:endParaRPr b="1"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67"/>
          <p:cNvSpPr txBox="1"/>
          <p:nvPr>
            <p:ph idx="1" type="subTitle"/>
          </p:nvPr>
        </p:nvSpPr>
        <p:spPr>
          <a:xfrm>
            <a:off x="558150" y="679125"/>
            <a:ext cx="8027700" cy="372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“With the integration of a Virtual Reality feature and the introduction of specialized roles like VI Specialist, Data Analyst, and Community Manager, alongside a transition to Agile project management, our USC Housing Mobile App undergoes a transformative evolution, fostering collaboration, innovation, responsiveness, productivity, efficiency, data-driven decision-making, user experience elevation, and competitive advantage reinforcement, all while ensuring robust risk management through continuous feedback and iterative development.”</a:t>
            </a:r>
            <a:endParaRPr sz="1500"/>
          </a:p>
        </p:txBody>
      </p:sp>
      <p:sp>
        <p:nvSpPr>
          <p:cNvPr id="572" name="Google Shape;572;p67"/>
          <p:cNvSpPr/>
          <p:nvPr/>
        </p:nvSpPr>
        <p:spPr>
          <a:xfrm flipH="1" rot="10800000">
            <a:off x="381075" y="367900"/>
            <a:ext cx="952500" cy="826275"/>
          </a:xfrm>
          <a:custGeom>
            <a:rect b="b" l="l" r="r" t="t"/>
            <a:pathLst>
              <a:path extrusionOk="0" h="33051" w="38100">
                <a:moveTo>
                  <a:pt x="0" y="0"/>
                </a:moveTo>
                <a:lnTo>
                  <a:pt x="0" y="33051"/>
                </a:lnTo>
                <a:lnTo>
                  <a:pt x="38100" y="33051"/>
                </a:lnTo>
              </a:path>
            </a:pathLst>
          </a:cu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73" name="Google Shape;573;p67"/>
          <p:cNvSpPr/>
          <p:nvPr/>
        </p:nvSpPr>
        <p:spPr>
          <a:xfrm flipH="1">
            <a:off x="7782000" y="3949313"/>
            <a:ext cx="952500" cy="826275"/>
          </a:xfrm>
          <a:custGeom>
            <a:rect b="b" l="l" r="r" t="t"/>
            <a:pathLst>
              <a:path extrusionOk="0" h="33051" w="38100">
                <a:moveTo>
                  <a:pt x="0" y="0"/>
                </a:moveTo>
                <a:lnTo>
                  <a:pt x="0" y="33051"/>
                </a:lnTo>
                <a:lnTo>
                  <a:pt x="38100" y="33051"/>
                </a:lnTo>
              </a:path>
            </a:pathLst>
          </a:cu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74" name="Google Shape;574;p67"/>
          <p:cNvSpPr txBox="1"/>
          <p:nvPr/>
        </p:nvSpPr>
        <p:spPr>
          <a:xfrm>
            <a:off x="2997000" y="326800"/>
            <a:ext cx="31500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OCM PLAN </a:t>
            </a:r>
            <a:endParaRPr b="1" sz="27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68"/>
          <p:cNvSpPr/>
          <p:nvPr/>
        </p:nvSpPr>
        <p:spPr>
          <a:xfrm>
            <a:off x="720000" y="812000"/>
            <a:ext cx="2424900" cy="191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68"/>
          <p:cNvSpPr/>
          <p:nvPr/>
        </p:nvSpPr>
        <p:spPr>
          <a:xfrm>
            <a:off x="3362938" y="812000"/>
            <a:ext cx="2424900" cy="191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68"/>
          <p:cNvSpPr/>
          <p:nvPr/>
        </p:nvSpPr>
        <p:spPr>
          <a:xfrm>
            <a:off x="6005875" y="812000"/>
            <a:ext cx="2424900" cy="191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68"/>
          <p:cNvSpPr/>
          <p:nvPr/>
        </p:nvSpPr>
        <p:spPr>
          <a:xfrm>
            <a:off x="1324350" y="2098650"/>
            <a:ext cx="6560700" cy="734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83" name="Google Shape;583;p68"/>
          <p:cNvSpPr txBox="1"/>
          <p:nvPr>
            <p:ph type="ctrTitle"/>
          </p:nvPr>
        </p:nvSpPr>
        <p:spPr>
          <a:xfrm>
            <a:off x="4282375" y="37000"/>
            <a:ext cx="8253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OCM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</p:txBody>
      </p:sp>
      <p:sp>
        <p:nvSpPr>
          <p:cNvPr id="584" name="Google Shape;584;p68"/>
          <p:cNvSpPr txBox="1"/>
          <p:nvPr>
            <p:ph idx="2" type="ctrTitle"/>
          </p:nvPr>
        </p:nvSpPr>
        <p:spPr>
          <a:xfrm>
            <a:off x="782775" y="926225"/>
            <a:ext cx="2383800" cy="87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Communication Plan</a:t>
            </a:r>
            <a:endParaRPr sz="2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5" name="Google Shape;585;p68"/>
          <p:cNvSpPr txBox="1"/>
          <p:nvPr>
            <p:ph idx="3" type="ctrTitle"/>
          </p:nvPr>
        </p:nvSpPr>
        <p:spPr>
          <a:xfrm>
            <a:off x="3394313" y="1569438"/>
            <a:ext cx="23838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Stakeholder</a:t>
            </a:r>
            <a:r>
              <a:rPr lang="en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Engagement Plan </a:t>
            </a:r>
            <a:endParaRPr sz="2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6" name="Google Shape;586;p68"/>
          <p:cNvSpPr txBox="1"/>
          <p:nvPr>
            <p:ph idx="5" type="ctrTitle"/>
          </p:nvPr>
        </p:nvSpPr>
        <p:spPr>
          <a:xfrm>
            <a:off x="5984225" y="955250"/>
            <a:ext cx="2424900" cy="9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Organizational Readiness</a:t>
            </a:r>
            <a:endParaRPr sz="2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7" name="Google Shape;587;p68"/>
          <p:cNvSpPr/>
          <p:nvPr/>
        </p:nvSpPr>
        <p:spPr>
          <a:xfrm>
            <a:off x="2648450" y="2458800"/>
            <a:ext cx="1036800" cy="2259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588" name="Google Shape;588;p68"/>
          <p:cNvSpPr/>
          <p:nvPr/>
        </p:nvSpPr>
        <p:spPr>
          <a:xfrm>
            <a:off x="5365975" y="2458800"/>
            <a:ext cx="1036800" cy="2259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589" name="Google Shape;589;p68"/>
          <p:cNvSpPr/>
          <p:nvPr/>
        </p:nvSpPr>
        <p:spPr>
          <a:xfrm>
            <a:off x="2032663" y="3030250"/>
            <a:ext cx="2424900" cy="191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68"/>
          <p:cNvSpPr/>
          <p:nvPr/>
        </p:nvSpPr>
        <p:spPr>
          <a:xfrm>
            <a:off x="4686438" y="3030250"/>
            <a:ext cx="2424900" cy="191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68"/>
          <p:cNvSpPr/>
          <p:nvPr/>
        </p:nvSpPr>
        <p:spPr>
          <a:xfrm>
            <a:off x="2637013" y="4316900"/>
            <a:ext cx="4116000" cy="946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92" name="Google Shape;592;p68"/>
          <p:cNvSpPr txBox="1"/>
          <p:nvPr>
            <p:ph idx="2" type="ctrTitle"/>
          </p:nvPr>
        </p:nvSpPr>
        <p:spPr>
          <a:xfrm>
            <a:off x="2096788" y="3443900"/>
            <a:ext cx="2424900" cy="87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Training and Development Plan</a:t>
            </a:r>
            <a:endParaRPr sz="2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3" name="Google Shape;593;p68"/>
          <p:cNvSpPr txBox="1"/>
          <p:nvPr>
            <p:ph idx="3" type="ctrTitle"/>
          </p:nvPr>
        </p:nvSpPr>
        <p:spPr>
          <a:xfrm>
            <a:off x="4628851" y="3370700"/>
            <a:ext cx="2540100" cy="9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Metrics and Measures for OCM</a:t>
            </a:r>
            <a:endParaRPr sz="2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4" name="Google Shape;594;p68"/>
          <p:cNvSpPr/>
          <p:nvPr/>
        </p:nvSpPr>
        <p:spPr>
          <a:xfrm>
            <a:off x="3961113" y="4677050"/>
            <a:ext cx="1036800" cy="2259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69"/>
          <p:cNvSpPr txBox="1"/>
          <p:nvPr>
            <p:ph type="ctrTitle"/>
          </p:nvPr>
        </p:nvSpPr>
        <p:spPr>
          <a:xfrm>
            <a:off x="2877750" y="343450"/>
            <a:ext cx="33885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Project Change Controls</a:t>
            </a:r>
            <a:endParaRPr sz="2200"/>
          </a:p>
        </p:txBody>
      </p:sp>
      <p:sp>
        <p:nvSpPr>
          <p:cNvPr id="600" name="Google Shape;600;p69"/>
          <p:cNvSpPr txBox="1"/>
          <p:nvPr>
            <p:ph idx="1" type="subTitle"/>
          </p:nvPr>
        </p:nvSpPr>
        <p:spPr>
          <a:xfrm>
            <a:off x="356225" y="1416825"/>
            <a:ext cx="4320900" cy="28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Project Changes are inevitable.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Solid plan for project controls.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We need a template for each change.</a:t>
            </a:r>
            <a:endParaRPr sz="2400"/>
          </a:p>
        </p:txBody>
      </p:sp>
      <p:graphicFrame>
        <p:nvGraphicFramePr>
          <p:cNvPr id="601" name="Google Shape;601;p69"/>
          <p:cNvGraphicFramePr/>
          <p:nvPr/>
        </p:nvGraphicFramePr>
        <p:xfrm>
          <a:off x="4985800" y="1382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{F1D550E9-CF68-4BFD-92F3-A261EC678269}</a:tableStyleId>
              </a:tblPr>
              <a:tblGrid>
                <a:gridCol w="1750750"/>
                <a:gridCol w="1750750"/>
              </a:tblGrid>
              <a:tr h="475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Change Number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007</a:t>
                      </a:r>
                      <a:endParaRPr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T="91425" marB="91425" marR="91425" marL="91425"/>
                </a:tc>
              </a:tr>
              <a:tr h="475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Change Name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Loyalty Program</a:t>
                      </a:r>
                      <a:endParaRPr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T="91425" marB="91425" marR="91425" marL="91425"/>
                </a:tc>
              </a:tr>
              <a:tr h="475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Requested By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Marketing</a:t>
                      </a:r>
                      <a:endParaRPr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T="91425" marB="91425" marR="91425" marL="91425"/>
                </a:tc>
              </a:tr>
              <a:tr h="475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Date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28th Nov, 2023</a:t>
                      </a:r>
                      <a:endParaRPr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T="91425" marB="91425" marR="91425" marL="91425"/>
                </a:tc>
              </a:tr>
              <a:tr h="475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Description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Loyalty program for giving rewards and badges to loyal users.</a:t>
                      </a:r>
                      <a:endParaRPr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70"/>
          <p:cNvSpPr/>
          <p:nvPr/>
        </p:nvSpPr>
        <p:spPr>
          <a:xfrm>
            <a:off x="-215401" y="1695900"/>
            <a:ext cx="4549200" cy="1751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70"/>
          <p:cNvSpPr txBox="1"/>
          <p:nvPr>
            <p:ph idx="4294967295" type="title"/>
          </p:nvPr>
        </p:nvSpPr>
        <p:spPr>
          <a:xfrm>
            <a:off x="3568701" y="570600"/>
            <a:ext cx="2508300" cy="12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rgbClr val="000000"/>
                </a:solidFill>
              </a:rPr>
              <a:t>Thanks</a:t>
            </a:r>
            <a:endParaRPr sz="4200">
              <a:solidFill>
                <a:srgbClr val="000000"/>
              </a:solidFill>
            </a:endParaRPr>
          </a:p>
        </p:txBody>
      </p:sp>
      <p:sp>
        <p:nvSpPr>
          <p:cNvPr id="608" name="Google Shape;608;p70"/>
          <p:cNvSpPr txBox="1"/>
          <p:nvPr>
            <p:ph idx="4294967295" type="subTitle"/>
          </p:nvPr>
        </p:nvSpPr>
        <p:spPr>
          <a:xfrm flipH="1">
            <a:off x="2321550" y="2180434"/>
            <a:ext cx="5601600" cy="15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</a:rPr>
              <a:t>Do you have any questions?</a:t>
            </a:r>
            <a:endParaRPr sz="2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71"/>
          <p:cNvSpPr txBox="1"/>
          <p:nvPr>
            <p:ph idx="8" type="ctrTitle"/>
          </p:nvPr>
        </p:nvSpPr>
        <p:spPr>
          <a:xfrm>
            <a:off x="274675" y="419325"/>
            <a:ext cx="1930200" cy="7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Our team</a:t>
            </a:r>
            <a:endParaRPr sz="27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4" name="Google Shape;614;p71"/>
          <p:cNvSpPr txBox="1"/>
          <p:nvPr>
            <p:ph type="ctrTitle"/>
          </p:nvPr>
        </p:nvSpPr>
        <p:spPr>
          <a:xfrm>
            <a:off x="5661321" y="3597991"/>
            <a:ext cx="1690800" cy="2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Mihir Kavishwar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5" name="Google Shape;615;p71"/>
          <p:cNvSpPr txBox="1"/>
          <p:nvPr>
            <p:ph idx="2" type="ctrTitle"/>
          </p:nvPr>
        </p:nvSpPr>
        <p:spPr>
          <a:xfrm>
            <a:off x="213094" y="3597996"/>
            <a:ext cx="1690800" cy="2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Sami Andari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6" name="Google Shape;616;p71"/>
          <p:cNvSpPr txBox="1"/>
          <p:nvPr>
            <p:ph idx="4" type="ctrTitle"/>
          </p:nvPr>
        </p:nvSpPr>
        <p:spPr>
          <a:xfrm>
            <a:off x="1980226" y="3597996"/>
            <a:ext cx="1690800" cy="2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Diya Shah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7" name="Google Shape;617;p71"/>
          <p:cNvSpPr txBox="1"/>
          <p:nvPr>
            <p:ph idx="6" type="ctrTitle"/>
          </p:nvPr>
        </p:nvSpPr>
        <p:spPr>
          <a:xfrm>
            <a:off x="3820772" y="3598000"/>
            <a:ext cx="1690800" cy="2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Rhythm Deo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18" name="Google Shape;618;p71"/>
          <p:cNvPicPr preferRelativeResize="0"/>
          <p:nvPr/>
        </p:nvPicPr>
        <p:blipFill rotWithShape="1">
          <a:blip r:embed="rId3">
            <a:alphaModFix/>
          </a:blip>
          <a:srcRect b="0" l="2552" r="2561" t="0"/>
          <a:stretch/>
        </p:blipFill>
        <p:spPr>
          <a:xfrm>
            <a:off x="2151638" y="1797825"/>
            <a:ext cx="1467924" cy="1546998"/>
          </a:xfrm>
          <a:prstGeom prst="rect">
            <a:avLst/>
          </a:prstGeom>
          <a:noFill/>
          <a:ln cap="flat" cmpd="sng" w="1905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19" name="Google Shape;619;p71"/>
          <p:cNvPicPr preferRelativeResize="0"/>
          <p:nvPr/>
        </p:nvPicPr>
        <p:blipFill rotWithShape="1">
          <a:blip r:embed="rId4">
            <a:alphaModFix/>
          </a:blip>
          <a:srcRect b="4603" l="6657" r="6657" t="4603"/>
          <a:stretch/>
        </p:blipFill>
        <p:spPr>
          <a:xfrm>
            <a:off x="324525" y="1797825"/>
            <a:ext cx="1467900" cy="1537461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20" name="Google Shape;620;p71"/>
          <p:cNvPicPr preferRelativeResize="0"/>
          <p:nvPr/>
        </p:nvPicPr>
        <p:blipFill rotWithShape="1">
          <a:blip r:embed="rId5">
            <a:alphaModFix/>
          </a:blip>
          <a:srcRect b="0" l="6657" r="6657" t="0"/>
          <a:stretch/>
        </p:blipFill>
        <p:spPr>
          <a:xfrm>
            <a:off x="3978749" y="1797825"/>
            <a:ext cx="1341050" cy="1547000"/>
          </a:xfrm>
          <a:prstGeom prst="rect">
            <a:avLst/>
          </a:prstGeom>
          <a:noFill/>
          <a:ln cap="flat" cmpd="sng" w="1905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21" name="Google Shape;621;p71"/>
          <p:cNvPicPr preferRelativeResize="0"/>
          <p:nvPr/>
        </p:nvPicPr>
        <p:blipFill rotWithShape="1">
          <a:blip r:embed="rId6">
            <a:alphaModFix/>
          </a:blip>
          <a:srcRect b="4881" l="0" r="0" t="4881"/>
          <a:stretch/>
        </p:blipFill>
        <p:spPr>
          <a:xfrm>
            <a:off x="5788974" y="1797825"/>
            <a:ext cx="1341049" cy="1546998"/>
          </a:xfrm>
          <a:prstGeom prst="rect">
            <a:avLst/>
          </a:prstGeom>
          <a:noFill/>
          <a:ln cap="flat" cmpd="sng" w="1905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22" name="Google Shape;622;p71"/>
          <p:cNvSpPr txBox="1"/>
          <p:nvPr>
            <p:ph type="ctrTitle"/>
          </p:nvPr>
        </p:nvSpPr>
        <p:spPr>
          <a:xfrm>
            <a:off x="7261521" y="3597991"/>
            <a:ext cx="1690800" cy="2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Guozheng Yang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23" name="Google Shape;623;p71"/>
          <p:cNvPicPr preferRelativeResize="0"/>
          <p:nvPr/>
        </p:nvPicPr>
        <p:blipFill rotWithShape="1">
          <a:blip r:embed="rId7">
            <a:alphaModFix/>
          </a:blip>
          <a:srcRect b="24316" l="0" r="0" t="0"/>
          <a:stretch/>
        </p:blipFill>
        <p:spPr>
          <a:xfrm>
            <a:off x="7436400" y="1797825"/>
            <a:ext cx="1341050" cy="1537448"/>
          </a:xfrm>
          <a:prstGeom prst="rect">
            <a:avLst/>
          </a:prstGeom>
          <a:noFill/>
          <a:ln cap="flat" cmpd="sng" w="1905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72"/>
          <p:cNvSpPr txBox="1"/>
          <p:nvPr>
            <p:ph type="ctrTitle"/>
          </p:nvPr>
        </p:nvSpPr>
        <p:spPr>
          <a:xfrm>
            <a:off x="723600" y="470625"/>
            <a:ext cx="16485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629" name="Google Shape;629;p72"/>
          <p:cNvSpPr txBox="1"/>
          <p:nvPr>
            <p:ph idx="4294967295" type="subTitle"/>
          </p:nvPr>
        </p:nvSpPr>
        <p:spPr>
          <a:xfrm>
            <a:off x="821850" y="1252750"/>
            <a:ext cx="7500300" cy="34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15900" lvl="0" marL="241300" rtl="0" algn="l">
              <a:spcBef>
                <a:spcPts val="0"/>
              </a:spcBef>
              <a:spcAft>
                <a:spcPts val="0"/>
              </a:spcAft>
              <a:buSzPts val="1400"/>
              <a:buChar char="□"/>
            </a:pPr>
            <a:r>
              <a:rPr lang="en" sz="1400"/>
              <a:t>Online home rental market- industry analysis and forecast (2022-2029). MAXIMIZE MARKET RESEARCH. (2023, March 2). </a:t>
            </a:r>
            <a:r>
              <a:rPr lang="en" sz="1400" u="sng">
                <a:solidFill>
                  <a:schemeClr val="hlink"/>
                </a:solidFill>
                <a:hlinkClick r:id="rId3"/>
              </a:rPr>
              <a:t>https://www.maximizemarketresearch.com/market-report/online-home-rental-market/148639/#:~:text=Forecast%202022%2D2029-,Online%20Home%20Rental%20Market%2D%20Industry,and%20Forecast%20(2022%2D2029)&amp;text=Online%20Home%20Rental%20Market%20size,reaching%20nearly%20US%24%2044.72%20Bn</a:t>
            </a:r>
            <a:r>
              <a:rPr lang="en" sz="1400"/>
              <a:t>.  </a:t>
            </a:r>
            <a:endParaRPr sz="1400"/>
          </a:p>
          <a:p>
            <a:pPr indent="-215900" lvl="0" marL="241300" rtl="0" algn="l">
              <a:spcBef>
                <a:spcPts val="0"/>
              </a:spcBef>
              <a:spcAft>
                <a:spcPts val="0"/>
              </a:spcAft>
              <a:buSzPts val="1400"/>
              <a:buChar char="□"/>
            </a:pPr>
            <a:r>
              <a:rPr lang="en" sz="1400"/>
              <a:t>$650 8.6 million needs rental </a:t>
            </a:r>
            <a:r>
              <a:rPr lang="en" sz="1400" u="sng">
                <a:solidFill>
                  <a:schemeClr val="hlink"/>
                </a:solidFill>
                <a:hlinkClick r:id="rId4"/>
              </a:rPr>
              <a:t>Barriers to Success: Housing Insecurity for U.S. College ...HUD USER (.gov)https://www.huduser.gov › insight › insight_2</a:t>
            </a:r>
            <a:endParaRPr sz="1400"/>
          </a:p>
          <a:p>
            <a:pPr indent="-215900" lvl="0" marL="241300" rtl="0" algn="l">
              <a:spcBef>
                <a:spcPts val="0"/>
              </a:spcBef>
              <a:spcAft>
                <a:spcPts val="0"/>
              </a:spcAft>
              <a:buSzPts val="1400"/>
              <a:buChar char="□"/>
            </a:pPr>
            <a:r>
              <a:rPr lang="en" sz="1400"/>
              <a:t>8.1 M </a:t>
            </a:r>
            <a:r>
              <a:rPr lang="en" sz="1400" u="sng">
                <a:solidFill>
                  <a:schemeClr val="hlink"/>
                </a:solidFill>
                <a:hlinkClick r:id="rId5"/>
              </a:rPr>
              <a:t>University of Southern California Student Life - US News Best Collegesusnews.comhttps://www.usnews.com › best-colleges › student-life</a:t>
            </a: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nvestment Business Plan By Slidesgo">
  <a:themeElements>
    <a:clrScheme name="Simple Light">
      <a:dk1>
        <a:srgbClr val="F3F3F3"/>
      </a:dk1>
      <a:lt1>
        <a:srgbClr val="434343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