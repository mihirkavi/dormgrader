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3" r:id="rId6"/>
    <p:sldId id="260" r:id="rId7"/>
    <p:sldId id="261" r:id="rId8"/>
    <p:sldId id="262" r:id="rId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347C0C-F735-9A59-FF6E-37B3D1DFA334}" v="21" dt="2023-10-17T23:17:59.141"/>
    <p1510:client id="{1ED8C2F4-CE46-FA4C-AD00-308EBB14EE9C}" v="185" dt="2023-10-17T20:13:38.391"/>
    <p1510:client id="{BCAF3CDB-F6DB-D942-869B-4988D38A55F0}" v="121" dt="2023-10-17T22:59:00.273"/>
    <p1510:client id="{C91A6E30-9CF5-EFD2-069C-C1A5E7CC625A}" v="14" dt="2023-10-17T22:55:09.10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BF9"/>
          </a:solidFill>
        </a:fill>
      </a:tcStyle>
    </a:wholeTbl>
    <a:band2H>
      <a:tcTxStyle/>
      <a:tcStyle>
        <a:tcBdr/>
        <a:fill>
          <a:solidFill>
            <a:srgbClr val="E8EEFC"/>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Row>
  </a:tblStyle>
  <a:tblStyle styleId="{C7B018BB-80A7-4F77-B60F-C8B233D01FF8}"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D5D1"/>
          </a:solidFill>
        </a:fill>
      </a:tcStyle>
    </a:wholeTbl>
    <a:band2H>
      <a:tcTxStyle/>
      <a:tcStyle>
        <a:tcBdr/>
        <a:fill>
          <a:solidFill>
            <a:srgbClr val="FCEBEA"/>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CFD1"/>
          </a:solidFill>
        </a:fill>
      </a:tcStyle>
    </a:wholeTbl>
    <a:band2H>
      <a:tcTxStyle/>
      <a:tcStyle>
        <a:tcBdr/>
        <a:fill>
          <a:solidFill>
            <a:srgbClr val="E9E9E9"/>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DCCA"/>
          </a:solidFill>
        </a:fill>
      </a:tcStyle>
    </a:wholeTbl>
    <a:band2H>
      <a:tcTxStyle/>
      <a:tcStyle>
        <a:tcBdr/>
        <a:fill>
          <a:solidFill>
            <a:srgbClr val="FFEEE7"/>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Avenir Next LT Pro"/>
          <a:ea typeface="Avenir Next LT Pro"/>
          <a:cs typeface="Avenir Next LT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venir Next LT Pro"/>
          <a:ea typeface="Avenir Next LT Pro"/>
          <a:cs typeface="Avenir Next LT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venir Next LT Pro"/>
          <a:ea typeface="Avenir Next LT Pro"/>
          <a:cs typeface="Avenir Next LT Pro"/>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venir Next LT Pro"/>
          <a:ea typeface="Avenir Next LT Pro"/>
          <a:cs typeface="Avenir Next LT Pro"/>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Avenir Next LT Pro"/>
          <a:ea typeface="Avenir Next LT Pro"/>
          <a:cs typeface="Avenir Next LT Pro"/>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venir Next LT Pro"/>
          <a:ea typeface="Avenir Next LT Pro"/>
          <a:cs typeface="Avenir Next LT Pro"/>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car Annen" userId="d07a86dcd2295993" providerId="Windows Live" clId="Web-{CEA0D785-2885-49B3-972D-6AB6BFA73821}"/>
    <pc:docChg chg="addSld modSld">
      <pc:chgData name="Oscar Annen" userId="d07a86dcd2295993" providerId="Windows Live" clId="Web-{CEA0D785-2885-49B3-972D-6AB6BFA73821}" dt="2023-08-21T21:53:24.764" v="3" actId="20577"/>
      <pc:docMkLst>
        <pc:docMk/>
      </pc:docMkLst>
      <pc:sldChg chg="modSp new">
        <pc:chgData name="Oscar Annen" userId="d07a86dcd2295993" providerId="Windows Live" clId="Web-{CEA0D785-2885-49B3-972D-6AB6BFA73821}" dt="2023-08-21T21:53:24.764" v="3" actId="20577"/>
        <pc:sldMkLst>
          <pc:docMk/>
          <pc:sldMk cId="1478023678" sldId="256"/>
        </pc:sldMkLst>
        <pc:spChg chg="mod">
          <ac:chgData name="Oscar Annen" userId="d07a86dcd2295993" providerId="Windows Live" clId="Web-{CEA0D785-2885-49B3-972D-6AB6BFA73821}" dt="2023-08-21T21:53:20.701" v="2" actId="20577"/>
          <ac:spMkLst>
            <pc:docMk/>
            <pc:sldMk cId="1478023678" sldId="256"/>
            <ac:spMk id="2" creationId="{286A3ACB-9066-5FDD-4CA4-1454159AB51A}"/>
          </ac:spMkLst>
        </pc:spChg>
        <pc:spChg chg="mod">
          <ac:chgData name="Oscar Annen" userId="d07a86dcd2295993" providerId="Windows Live" clId="Web-{CEA0D785-2885-49B3-972D-6AB6BFA73821}" dt="2023-08-21T21:53:24.764" v="3" actId="20577"/>
          <ac:spMkLst>
            <pc:docMk/>
            <pc:sldMk cId="1478023678" sldId="256"/>
            <ac:spMk id="3" creationId="{9C5129A8-A038-DF75-63EE-0D12E6A5E3B6}"/>
          </ac:spMkLst>
        </pc:spChg>
      </pc:sldChg>
    </pc:docChg>
  </pc:docChgLst>
  <pc:docChgLst>
    <pc:chgData name="Mihir Kavishwar" userId="3d507994-82b6-4f99-b0e0-beb447ce7cae" providerId="ADAL" clId="{1ED8C2F4-CE46-FA4C-AD00-308EBB14EE9C}"/>
    <pc:docChg chg="undo custSel modSld">
      <pc:chgData name="Mihir Kavishwar" userId="3d507994-82b6-4f99-b0e0-beb447ce7cae" providerId="ADAL" clId="{1ED8C2F4-CE46-FA4C-AD00-308EBB14EE9C}" dt="2023-10-17T20:13:38.391" v="184" actId="20577"/>
      <pc:docMkLst>
        <pc:docMk/>
      </pc:docMkLst>
      <pc:sldChg chg="modSp">
        <pc:chgData name="Mihir Kavishwar" userId="3d507994-82b6-4f99-b0e0-beb447ce7cae" providerId="ADAL" clId="{1ED8C2F4-CE46-FA4C-AD00-308EBB14EE9C}" dt="2023-10-17T20:13:38.391" v="184" actId="20577"/>
        <pc:sldMkLst>
          <pc:docMk/>
          <pc:sldMk cId="0" sldId="259"/>
        </pc:sldMkLst>
        <pc:spChg chg="mod">
          <ac:chgData name="Mihir Kavishwar" userId="3d507994-82b6-4f99-b0e0-beb447ce7cae" providerId="ADAL" clId="{1ED8C2F4-CE46-FA4C-AD00-308EBB14EE9C}" dt="2023-10-17T20:13:38.391" v="184" actId="20577"/>
          <ac:spMkLst>
            <pc:docMk/>
            <pc:sldMk cId="0" sldId="259"/>
            <ac:spMk id="3" creationId="{00000000-0000-0000-0000-000000000000}"/>
          </ac:spMkLst>
        </pc:spChg>
      </pc:sldChg>
    </pc:docChg>
  </pc:docChgLst>
  <pc:docChgLst>
    <pc:chgData name="Rhythm Deo" userId="S::rsdeo@usc.edu::7dfb9e04-5ec9-4e5a-acf0-095a8a88a8aa" providerId="AD" clId="Web-{C91A6E30-9CF5-EFD2-069C-C1A5E7CC625A}"/>
    <pc:docChg chg="modSld">
      <pc:chgData name="Rhythm Deo" userId="S::rsdeo@usc.edu::7dfb9e04-5ec9-4e5a-acf0-095a8a88a8aa" providerId="AD" clId="Web-{C91A6E30-9CF5-EFD2-069C-C1A5E7CC625A}" dt="2023-10-17T22:55:09.109" v="13" actId="20577"/>
      <pc:docMkLst>
        <pc:docMk/>
      </pc:docMkLst>
      <pc:sldChg chg="modSp">
        <pc:chgData name="Rhythm Deo" userId="S::rsdeo@usc.edu::7dfb9e04-5ec9-4e5a-acf0-095a8a88a8aa" providerId="AD" clId="Web-{C91A6E30-9CF5-EFD2-069C-C1A5E7CC625A}" dt="2023-10-17T22:55:09.109" v="13" actId="20577"/>
        <pc:sldMkLst>
          <pc:docMk/>
          <pc:sldMk cId="1478023678" sldId="256"/>
        </pc:sldMkLst>
        <pc:spChg chg="mod">
          <ac:chgData name="Rhythm Deo" userId="S::rsdeo@usc.edu::7dfb9e04-5ec9-4e5a-acf0-095a8a88a8aa" providerId="AD" clId="Web-{C91A6E30-9CF5-EFD2-069C-C1A5E7CC625A}" dt="2023-10-17T22:55:09.109" v="13" actId="20577"/>
          <ac:spMkLst>
            <pc:docMk/>
            <pc:sldMk cId="1478023678" sldId="256"/>
            <ac:spMk id="3" creationId="{9C5129A8-A038-DF75-63EE-0D12E6A5E3B6}"/>
          </ac:spMkLst>
        </pc:spChg>
      </pc:sldChg>
      <pc:sldChg chg="modSp">
        <pc:chgData name="Rhythm Deo" userId="S::rsdeo@usc.edu::7dfb9e04-5ec9-4e5a-acf0-095a8a88a8aa" providerId="AD" clId="Web-{C91A6E30-9CF5-EFD2-069C-C1A5E7CC625A}" dt="2023-10-17T22:54:27.637" v="1" actId="14100"/>
        <pc:sldMkLst>
          <pc:docMk/>
          <pc:sldMk cId="0" sldId="259"/>
        </pc:sldMkLst>
        <pc:spChg chg="mod">
          <ac:chgData name="Rhythm Deo" userId="S::rsdeo@usc.edu::7dfb9e04-5ec9-4e5a-acf0-095a8a88a8aa" providerId="AD" clId="Web-{C91A6E30-9CF5-EFD2-069C-C1A5E7CC625A}" dt="2023-10-17T22:54:27.637" v="1" actId="14100"/>
          <ac:spMkLst>
            <pc:docMk/>
            <pc:sldMk cId="0" sldId="259"/>
            <ac:spMk id="3" creationId="{00000000-0000-0000-0000-000000000000}"/>
          </ac:spMkLst>
        </pc:spChg>
      </pc:sldChg>
    </pc:docChg>
  </pc:docChgLst>
  <pc:docChgLst>
    <pc:chgData name="Mihir Kavishwar" userId="3d507994-82b6-4f99-b0e0-beb447ce7cae" providerId="ADAL" clId="{BCAF3CDB-F6DB-D942-869B-4988D38A55F0}"/>
    <pc:docChg chg="undo custSel modSld">
      <pc:chgData name="Mihir Kavishwar" userId="3d507994-82b6-4f99-b0e0-beb447ce7cae" providerId="ADAL" clId="{BCAF3CDB-F6DB-D942-869B-4988D38A55F0}" dt="2023-10-17T22:59:00.273" v="133" actId="27636"/>
      <pc:docMkLst>
        <pc:docMk/>
      </pc:docMkLst>
      <pc:sldChg chg="modSp mod">
        <pc:chgData name="Mihir Kavishwar" userId="3d507994-82b6-4f99-b0e0-beb447ce7cae" providerId="ADAL" clId="{BCAF3CDB-F6DB-D942-869B-4988D38A55F0}" dt="2023-10-17T22:55:15.025" v="80" actId="20577"/>
        <pc:sldMkLst>
          <pc:docMk/>
          <pc:sldMk cId="1478023678" sldId="256"/>
        </pc:sldMkLst>
        <pc:spChg chg="mod">
          <ac:chgData name="Mihir Kavishwar" userId="3d507994-82b6-4f99-b0e0-beb447ce7cae" providerId="ADAL" clId="{BCAF3CDB-F6DB-D942-869B-4988D38A55F0}" dt="2023-10-17T22:55:15.025" v="80" actId="20577"/>
          <ac:spMkLst>
            <pc:docMk/>
            <pc:sldMk cId="1478023678" sldId="256"/>
            <ac:spMk id="2" creationId="{286A3ACB-9066-5FDD-4CA4-1454159AB51A}"/>
          </ac:spMkLst>
        </pc:spChg>
      </pc:sldChg>
      <pc:sldChg chg="modSp mod">
        <pc:chgData name="Mihir Kavishwar" userId="3d507994-82b6-4f99-b0e0-beb447ce7cae" providerId="ADAL" clId="{BCAF3CDB-F6DB-D942-869B-4988D38A55F0}" dt="2023-10-17T22:59:00.273" v="133" actId="27636"/>
        <pc:sldMkLst>
          <pc:docMk/>
          <pc:sldMk cId="0" sldId="259"/>
        </pc:sldMkLst>
        <pc:spChg chg="mod">
          <ac:chgData name="Mihir Kavishwar" userId="3d507994-82b6-4f99-b0e0-beb447ce7cae" providerId="ADAL" clId="{BCAF3CDB-F6DB-D942-869B-4988D38A55F0}" dt="2023-10-17T22:59:00.273" v="133" actId="27636"/>
          <ac:spMkLst>
            <pc:docMk/>
            <pc:sldMk cId="0" sldId="259"/>
            <ac:spMk id="3" creationId="{00000000-0000-0000-0000-000000000000}"/>
          </ac:spMkLst>
        </pc:spChg>
      </pc:sldChg>
    </pc:docChg>
  </pc:docChgLst>
  <pc:docChgLst>
    <pc:chgData name="Oscar Annen" userId="d07a86dcd2295993" providerId="Windows Live" clId="Web-{85B8D830-F524-4FDD-A8FD-6AA3C0C92A4C}"/>
    <pc:docChg chg="delSld">
      <pc:chgData name="Oscar Annen" userId="d07a86dcd2295993" providerId="Windows Live" clId="Web-{85B8D830-F524-4FDD-A8FD-6AA3C0C92A4C}" dt="2023-08-21T20:32:13.980" v="0"/>
      <pc:docMkLst>
        <pc:docMk/>
      </pc:docMkLst>
      <pc:sldChg chg="del">
        <pc:chgData name="Oscar Annen" userId="d07a86dcd2295993" providerId="Windows Live" clId="Web-{85B8D830-F524-4FDD-A8FD-6AA3C0C92A4C}" dt="2023-08-21T20:32:13.980" v="0"/>
        <pc:sldMkLst>
          <pc:docMk/>
          <pc:sldMk cId="1478023678" sldId="256"/>
        </pc:sldMkLst>
      </pc:sldChg>
    </pc:docChg>
  </pc:docChgLst>
  <pc:docChgLst>
    <pc:chgData name="Diya Jigneshbhai Shah" userId="S::diyajign@usc.edu::708b977b-b1d1-484b-9493-63636ea7212f" providerId="AD" clId="Web-{14347C0C-F735-9A59-FF6E-37B3D1DFA334}"/>
    <pc:docChg chg="addSld modSld">
      <pc:chgData name="Diya Jigneshbhai Shah" userId="S::diyajign@usc.edu::708b977b-b1d1-484b-9493-63636ea7212f" providerId="AD" clId="Web-{14347C0C-F735-9A59-FF6E-37B3D1DFA334}" dt="2023-10-17T23:04:40.372" v="16" actId="20577"/>
      <pc:docMkLst>
        <pc:docMk/>
      </pc:docMkLst>
      <pc:sldChg chg="modSp">
        <pc:chgData name="Diya Jigneshbhai Shah" userId="S::diyajign@usc.edu::708b977b-b1d1-484b-9493-63636ea7212f" providerId="AD" clId="Web-{14347C0C-F735-9A59-FF6E-37B3D1DFA334}" dt="2023-10-17T23:04:32.512" v="14" actId="20577"/>
        <pc:sldMkLst>
          <pc:docMk/>
          <pc:sldMk cId="0" sldId="259"/>
        </pc:sldMkLst>
        <pc:spChg chg="mod">
          <ac:chgData name="Diya Jigneshbhai Shah" userId="S::diyajign@usc.edu::708b977b-b1d1-484b-9493-63636ea7212f" providerId="AD" clId="Web-{14347C0C-F735-9A59-FF6E-37B3D1DFA334}" dt="2023-10-17T23:04:32.512" v="14" actId="20577"/>
          <ac:spMkLst>
            <pc:docMk/>
            <pc:sldMk cId="0" sldId="259"/>
            <ac:spMk id="3" creationId="{00000000-0000-0000-0000-000000000000}"/>
          </ac:spMkLst>
        </pc:spChg>
      </pc:sldChg>
      <pc:sldChg chg="modSp add replId">
        <pc:chgData name="Diya Jigneshbhai Shah" userId="S::diyajign@usc.edu::708b977b-b1d1-484b-9493-63636ea7212f" providerId="AD" clId="Web-{14347C0C-F735-9A59-FF6E-37B3D1DFA334}" dt="2023-10-17T23:04:40.372" v="16" actId="20577"/>
        <pc:sldMkLst>
          <pc:docMk/>
          <pc:sldMk cId="925609541" sldId="263"/>
        </pc:sldMkLst>
        <pc:spChg chg="mod">
          <ac:chgData name="Diya Jigneshbhai Shah" userId="S::diyajign@usc.edu::708b977b-b1d1-484b-9493-63636ea7212f" providerId="AD" clId="Web-{14347C0C-F735-9A59-FF6E-37B3D1DFA334}" dt="2023-10-17T23:04:40.372" v="16" actId="20577"/>
          <ac:spMkLst>
            <pc:docMk/>
            <pc:sldMk cId="925609541" sldId="26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9" name="Shape 189"/>
          <p:cNvSpPr>
            <a:spLocks noGrp="1" noRot="1" noChangeAspect="1"/>
          </p:cNvSpPr>
          <p:nvPr>
            <p:ph type="sldImg"/>
          </p:nvPr>
        </p:nvSpPr>
        <p:spPr>
          <a:xfrm>
            <a:off x="1143000" y="685800"/>
            <a:ext cx="4572000" cy="3429000"/>
          </a:xfrm>
          <a:prstGeom prst="rect">
            <a:avLst/>
          </a:prstGeom>
        </p:spPr>
        <p:txBody>
          <a:bodyPr/>
          <a:lstStyle/>
          <a:p>
            <a:endParaRPr/>
          </a:p>
        </p:txBody>
      </p:sp>
      <p:sp>
        <p:nvSpPr>
          <p:cNvPr id="190" name="Shape 19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3" name="Freeform 13"/>
          <p:cNvSpPr/>
          <p:nvPr/>
        </p:nvSpPr>
        <p:spPr>
          <a:xfrm>
            <a:off x="4000500" y="1087403"/>
            <a:ext cx="8191500" cy="5770597"/>
          </a:xfrm>
          <a:custGeom>
            <a:avLst/>
            <a:gdLst/>
            <a:ahLst/>
            <a:cxnLst>
              <a:cxn ang="0">
                <a:pos x="wd2" y="hd2"/>
              </a:cxn>
              <a:cxn ang="5400000">
                <a:pos x="wd2" y="hd2"/>
              </a:cxn>
              <a:cxn ang="10800000">
                <a:pos x="wd2" y="hd2"/>
              </a:cxn>
              <a:cxn ang="16200000">
                <a:pos x="wd2" y="hd2"/>
              </a:cxn>
            </a:cxnLst>
            <a:rect l="0" t="0" r="r" b="b"/>
            <a:pathLst>
              <a:path w="21600" h="21600" extrusionOk="0">
                <a:moveTo>
                  <a:pt x="12998" y="0"/>
                </a:moveTo>
                <a:cubicBezTo>
                  <a:pt x="16139" y="0"/>
                  <a:pt x="19020" y="1571"/>
                  <a:pt x="21267" y="4187"/>
                </a:cubicBezTo>
                <a:lnTo>
                  <a:pt x="21600" y="4594"/>
                </a:lnTo>
                <a:lnTo>
                  <a:pt x="21600" y="21600"/>
                </a:lnTo>
                <a:lnTo>
                  <a:pt x="210" y="21600"/>
                </a:lnTo>
                <a:lnTo>
                  <a:pt x="150" y="21127"/>
                </a:lnTo>
                <a:cubicBezTo>
                  <a:pt x="51" y="20216"/>
                  <a:pt x="0" y="19284"/>
                  <a:pt x="0" y="18335"/>
                </a:cubicBezTo>
                <a:cubicBezTo>
                  <a:pt x="0" y="8209"/>
                  <a:pt x="5820" y="0"/>
                  <a:pt x="12998" y="0"/>
                </a:cubicBezTo>
                <a:close/>
              </a:path>
            </a:pathLst>
          </a:custGeom>
          <a:solidFill>
            <a:schemeClr val="accent2"/>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4" name="Straight Connector 11"/>
          <p:cNvSpPr/>
          <p:nvPr/>
        </p:nvSpPr>
        <p:spPr>
          <a:xfrm flipH="1">
            <a:off x="406240" y="183933"/>
            <a:ext cx="1" cy="1597709"/>
          </a:xfrm>
          <a:prstGeom prst="line">
            <a:avLst/>
          </a:prstGeom>
          <a:ln w="127000" cap="rnd">
            <a:solidFill>
              <a:schemeClr val="accent4"/>
            </a:solidFill>
            <a:prstDash val="dash"/>
            <a:miter/>
          </a:ln>
        </p:spPr>
        <p:txBody>
          <a:bodyPr lIns="45719" rIns="45719"/>
          <a:lstStyle/>
          <a:p>
            <a:endParaRPr/>
          </a:p>
        </p:txBody>
      </p:sp>
      <p:sp>
        <p:nvSpPr>
          <p:cNvPr id="15" name="Freeform: Shape 13"/>
          <p:cNvSpPr/>
          <p:nvPr/>
        </p:nvSpPr>
        <p:spPr>
          <a:xfrm>
            <a:off x="5292347" y="1"/>
            <a:ext cx="2279743" cy="12677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314" y="0"/>
                </a:lnTo>
                <a:lnTo>
                  <a:pt x="1314" y="18370"/>
                </a:lnTo>
                <a:lnTo>
                  <a:pt x="18975" y="0"/>
                </a:lnTo>
                <a:lnTo>
                  <a:pt x="21600" y="0"/>
                </a:lnTo>
                <a:lnTo>
                  <a:pt x="986" y="21442"/>
                </a:lnTo>
                <a:cubicBezTo>
                  <a:pt x="886" y="21545"/>
                  <a:pt x="772" y="21600"/>
                  <a:pt x="657" y="21600"/>
                </a:cubicBezTo>
                <a:cubicBezTo>
                  <a:pt x="294" y="21600"/>
                  <a:pt x="0" y="21071"/>
                  <a:pt x="0" y="20418"/>
                </a:cubicBezTo>
                <a:close/>
              </a:path>
            </a:pathLst>
          </a:custGeom>
          <a:solidFill>
            <a:schemeClr val="accent6"/>
          </a:solidFill>
          <a:ln w="12700">
            <a:miter lim="400000"/>
          </a:ln>
        </p:spPr>
        <p:txBody>
          <a:bodyPr lIns="45719" rIns="45719" anchor="ctr"/>
          <a:lstStyle/>
          <a:p>
            <a:pPr>
              <a:defRPr>
                <a:latin typeface="+mn-lt"/>
                <a:ea typeface="+mn-ea"/>
                <a:cs typeface="+mn-cs"/>
                <a:sym typeface="Calibri"/>
              </a:defRPr>
            </a:pPr>
            <a:endParaRPr/>
          </a:p>
        </p:txBody>
      </p:sp>
      <p:sp>
        <p:nvSpPr>
          <p:cNvPr id="16" name="Freeform: Shape 15"/>
          <p:cNvSpPr/>
          <p:nvPr/>
        </p:nvSpPr>
        <p:spPr>
          <a:xfrm>
            <a:off x="10208694" y="1"/>
            <a:ext cx="1135067" cy="4779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568" y="760"/>
                </a:lnTo>
                <a:cubicBezTo>
                  <a:pt x="20543" y="12654"/>
                  <a:pt x="16111" y="21600"/>
                  <a:pt x="10800" y="21600"/>
                </a:cubicBezTo>
                <a:cubicBezTo>
                  <a:pt x="5489" y="21600"/>
                  <a:pt x="1057" y="12654"/>
                  <a:pt x="32" y="760"/>
                </a:cubicBezTo>
                <a:close/>
              </a:path>
            </a:pathLst>
          </a:custGeom>
          <a:solidFill>
            <a:schemeClr val="accent4"/>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7" name="Oval 17"/>
          <p:cNvSpPr/>
          <p:nvPr/>
        </p:nvSpPr>
        <p:spPr>
          <a:xfrm>
            <a:off x="1569043" y="514897"/>
            <a:ext cx="2393353" cy="2328425"/>
          </a:xfrm>
          <a:prstGeom prst="ellipse">
            <a:avLst/>
          </a:prstGeom>
          <a:solidFill>
            <a:schemeClr val="accent5"/>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8" name="Freeform: Shape 19"/>
          <p:cNvSpPr/>
          <p:nvPr/>
        </p:nvSpPr>
        <p:spPr>
          <a:xfrm flipH="1">
            <a:off x="0" y="2949739"/>
            <a:ext cx="1186452" cy="1771651"/>
          </a:xfrm>
          <a:custGeom>
            <a:avLst/>
            <a:gdLst/>
            <a:ahLst/>
            <a:cxnLst>
              <a:cxn ang="0">
                <a:pos x="wd2" y="hd2"/>
              </a:cxn>
              <a:cxn ang="5400000">
                <a:pos x="wd2" y="hd2"/>
              </a:cxn>
              <a:cxn ang="10800000">
                <a:pos x="wd2" y="hd2"/>
              </a:cxn>
              <a:cxn ang="16200000">
                <a:pos x="wd2" y="hd2"/>
              </a:cxn>
            </a:cxnLst>
            <a:rect l="0" t="0" r="r" b="b"/>
            <a:pathLst>
              <a:path w="21600" h="21600" extrusionOk="0">
                <a:moveTo>
                  <a:pt x="1127" y="0"/>
                </a:moveTo>
                <a:lnTo>
                  <a:pt x="21600" y="0"/>
                </a:lnTo>
                <a:lnTo>
                  <a:pt x="21600" y="1510"/>
                </a:lnTo>
                <a:lnTo>
                  <a:pt x="2254" y="1510"/>
                </a:lnTo>
                <a:lnTo>
                  <a:pt x="2254" y="20090"/>
                </a:lnTo>
                <a:lnTo>
                  <a:pt x="21600" y="20090"/>
                </a:lnTo>
                <a:lnTo>
                  <a:pt x="21600" y="21600"/>
                </a:lnTo>
                <a:lnTo>
                  <a:pt x="1127" y="21600"/>
                </a:lnTo>
                <a:cubicBezTo>
                  <a:pt x="505" y="21600"/>
                  <a:pt x="0" y="21262"/>
                  <a:pt x="0" y="20845"/>
                </a:cubicBezTo>
                <a:lnTo>
                  <a:pt x="0" y="755"/>
                </a:lnTo>
                <a:cubicBezTo>
                  <a:pt x="0" y="338"/>
                  <a:pt x="505" y="0"/>
                  <a:pt x="1127" y="0"/>
                </a:cubicBezTo>
                <a:close/>
              </a:path>
            </a:pathLst>
          </a:custGeom>
          <a:solidFill>
            <a:schemeClr val="accent6"/>
          </a:solidFill>
          <a:ln w="12700">
            <a:miter lim="400000"/>
          </a:ln>
        </p:spPr>
        <p:txBody>
          <a:bodyPr lIns="45719" rIns="45719" anchor="ctr"/>
          <a:lstStyle/>
          <a:p>
            <a:pPr>
              <a:defRPr>
                <a:latin typeface="+mn-lt"/>
                <a:ea typeface="+mn-ea"/>
                <a:cs typeface="+mn-cs"/>
                <a:sym typeface="Calibri"/>
              </a:defRPr>
            </a:pPr>
            <a:endParaRPr/>
          </a:p>
        </p:txBody>
      </p:sp>
      <p:sp>
        <p:nvSpPr>
          <p:cNvPr id="19" name="Arc 21"/>
          <p:cNvSpPr/>
          <p:nvPr/>
        </p:nvSpPr>
        <p:spPr>
          <a:xfrm rot="16200000">
            <a:off x="1539682" y="4203427"/>
            <a:ext cx="2041718" cy="204171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127000" cap="rnd">
            <a:solidFill>
              <a:schemeClr val="accent4"/>
            </a:solidFill>
            <a:prstDash val="dash"/>
            <a:miter/>
          </a:ln>
        </p:spPr>
        <p:txBody>
          <a:bodyPr lIns="45719" rIns="45719" anchor="ctr"/>
          <a:lstStyle/>
          <a:p>
            <a:pPr algn="ctr">
              <a:defRPr>
                <a:latin typeface="+mn-lt"/>
                <a:ea typeface="+mn-ea"/>
                <a:cs typeface="+mn-cs"/>
                <a:sym typeface="Calibri"/>
              </a:defRPr>
            </a:pPr>
            <a:endParaRPr/>
          </a:p>
        </p:txBody>
      </p:sp>
      <p:sp>
        <p:nvSpPr>
          <p:cNvPr id="20" name="Title Text"/>
          <p:cNvSpPr txBox="1">
            <a:spLocks noGrp="1"/>
          </p:cNvSpPr>
          <p:nvPr>
            <p:ph type="title"/>
          </p:nvPr>
        </p:nvSpPr>
        <p:spPr>
          <a:xfrm>
            <a:off x="5093208" y="2743200"/>
            <a:ext cx="6592825" cy="2386584"/>
          </a:xfrm>
          <a:prstGeom prst="rect">
            <a:avLst/>
          </a:prstGeom>
        </p:spPr>
        <p:txBody>
          <a:bodyPr anchor="b"/>
          <a:lstStyle>
            <a:lvl1pPr algn="r">
              <a:defRPr sz="6000">
                <a:solidFill>
                  <a:srgbClr val="FFFFFF"/>
                </a:solidFill>
              </a:defRPr>
            </a:lvl1pPr>
          </a:lstStyle>
          <a:p>
            <a:r>
              <a:t>Title Text</a:t>
            </a:r>
          </a:p>
        </p:txBody>
      </p:sp>
      <p:sp>
        <p:nvSpPr>
          <p:cNvPr id="21" name="Body Level One…"/>
          <p:cNvSpPr txBox="1">
            <a:spLocks noGrp="1"/>
          </p:cNvSpPr>
          <p:nvPr>
            <p:ph type="body" sz="quarter" idx="1"/>
          </p:nvPr>
        </p:nvSpPr>
        <p:spPr>
          <a:xfrm>
            <a:off x="5093208" y="5221223"/>
            <a:ext cx="6592825" cy="996697"/>
          </a:xfrm>
          <a:prstGeom prst="rect">
            <a:avLst/>
          </a:prstGeom>
        </p:spPr>
        <p:txBody>
          <a:bodyPr/>
          <a:lstStyle>
            <a:lvl1pPr marL="0" indent="0" algn="r">
              <a:buSzTx/>
              <a:buFontTx/>
              <a:buNone/>
              <a:defRPr sz="2400">
                <a:solidFill>
                  <a:srgbClr val="FFFFFF"/>
                </a:solidFill>
              </a:defRPr>
            </a:lvl1pPr>
            <a:lvl2pPr marL="0" indent="457200" algn="r">
              <a:buSzTx/>
              <a:buFontTx/>
              <a:buNone/>
              <a:defRPr sz="2400">
                <a:solidFill>
                  <a:srgbClr val="FFFFFF"/>
                </a:solidFill>
              </a:defRPr>
            </a:lvl2pPr>
            <a:lvl3pPr marL="0" indent="914400" algn="r">
              <a:buSzTx/>
              <a:buFontTx/>
              <a:buNone/>
              <a:defRPr sz="2400">
                <a:solidFill>
                  <a:srgbClr val="FFFFFF"/>
                </a:solidFill>
              </a:defRPr>
            </a:lvl3pPr>
            <a:lvl4pPr marL="0" indent="1371600" algn="r">
              <a:buSzTx/>
              <a:buFontTx/>
              <a:buNone/>
              <a:defRPr sz="2400">
                <a:solidFill>
                  <a:srgbClr val="FFFFFF"/>
                </a:solidFill>
              </a:defRPr>
            </a:lvl4pPr>
            <a:lvl5pPr marL="0" indent="1828800" algn="r">
              <a:buSzTx/>
              <a:buFontTx/>
              <a:buNone/>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Agenda">
    <p:spTree>
      <p:nvGrpSpPr>
        <p:cNvPr id="1" name=""/>
        <p:cNvGrpSpPr/>
        <p:nvPr/>
      </p:nvGrpSpPr>
      <p:grpSpPr>
        <a:xfrm>
          <a:off x="0" y="0"/>
          <a:ext cx="0" cy="0"/>
          <a:chOff x="0" y="0"/>
          <a:chExt cx="0" cy="0"/>
        </a:xfrm>
      </p:grpSpPr>
      <p:sp>
        <p:nvSpPr>
          <p:cNvPr id="29" name="Oval 9"/>
          <p:cNvSpPr/>
          <p:nvPr/>
        </p:nvSpPr>
        <p:spPr>
          <a:xfrm>
            <a:off x="489188" y="1119030"/>
            <a:ext cx="4619940" cy="4619940"/>
          </a:xfrm>
          <a:prstGeom prst="ellipse">
            <a:avLst/>
          </a:prstGeom>
          <a:solidFill>
            <a:schemeClr val="accent2"/>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30" name="Arc 11"/>
          <p:cNvSpPr/>
          <p:nvPr/>
        </p:nvSpPr>
        <p:spPr>
          <a:xfrm rot="19809111">
            <a:off x="9735982" y="660555"/>
            <a:ext cx="1659892" cy="2234040"/>
          </a:xfrm>
          <a:custGeom>
            <a:avLst/>
            <a:gdLst/>
            <a:ahLst/>
            <a:cxnLst>
              <a:cxn ang="0">
                <a:pos x="wd2" y="hd2"/>
              </a:cxn>
              <a:cxn ang="5400000">
                <a:pos x="wd2" y="hd2"/>
              </a:cxn>
              <a:cxn ang="10800000">
                <a:pos x="wd2" y="hd2"/>
              </a:cxn>
              <a:cxn ang="16200000">
                <a:pos x="wd2" y="hd2"/>
              </a:cxn>
            </a:cxnLst>
            <a:rect l="0" t="0" r="r" b="b"/>
            <a:pathLst>
              <a:path w="21269" h="20833" extrusionOk="0">
                <a:moveTo>
                  <a:pt x="0" y="88"/>
                </a:moveTo>
                <a:lnTo>
                  <a:pt x="0" y="88"/>
                </a:lnTo>
                <a:cubicBezTo>
                  <a:pt x="10507" y="-767"/>
                  <a:pt x="19976" y="4739"/>
                  <a:pt x="21150" y="12385"/>
                </a:cubicBezTo>
                <a:cubicBezTo>
                  <a:pt x="21600" y="15315"/>
                  <a:pt x="20762" y="18272"/>
                  <a:pt x="18756" y="20833"/>
                </a:cubicBezTo>
              </a:path>
            </a:pathLst>
          </a:custGeom>
          <a:ln w="127000" cap="rnd">
            <a:solidFill>
              <a:schemeClr val="accent4"/>
            </a:solidFill>
            <a:prstDash val="dash"/>
            <a:miter/>
          </a:ln>
        </p:spPr>
        <p:txBody>
          <a:bodyPr lIns="45719" rIns="45719" anchor="ctr"/>
          <a:lstStyle/>
          <a:p>
            <a:pPr algn="ctr">
              <a:defRPr>
                <a:latin typeface="+mn-lt"/>
                <a:ea typeface="+mn-ea"/>
                <a:cs typeface="+mn-cs"/>
                <a:sym typeface="Calibri"/>
              </a:defRPr>
            </a:pPr>
            <a:endParaRPr/>
          </a:p>
        </p:txBody>
      </p:sp>
      <p:sp>
        <p:nvSpPr>
          <p:cNvPr id="31" name="Oval 13"/>
          <p:cNvSpPr/>
          <p:nvPr/>
        </p:nvSpPr>
        <p:spPr>
          <a:xfrm>
            <a:off x="910048" y="4780991"/>
            <a:ext cx="546101" cy="546101"/>
          </a:xfrm>
          <a:prstGeom prst="ellipse">
            <a:avLst/>
          </a:prstGeom>
          <a:solidFill>
            <a:schemeClr val="accent5"/>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32" name="Title Text"/>
          <p:cNvSpPr txBox="1">
            <a:spLocks noGrp="1"/>
          </p:cNvSpPr>
          <p:nvPr>
            <p:ph type="title"/>
          </p:nvPr>
        </p:nvSpPr>
        <p:spPr>
          <a:xfrm>
            <a:off x="1170432" y="1399032"/>
            <a:ext cx="3236977" cy="4069080"/>
          </a:xfrm>
          <a:prstGeom prst="rect">
            <a:avLst/>
          </a:prstGeom>
        </p:spPr>
        <p:txBody>
          <a:bodyPr/>
          <a:lstStyle>
            <a:lvl1pPr algn="ctr">
              <a:defRPr>
                <a:solidFill>
                  <a:srgbClr val="FFFFFF"/>
                </a:solidFill>
              </a:defRPr>
            </a:lvl1pPr>
          </a:lstStyle>
          <a:p>
            <a:r>
              <a:t>Title Text</a:t>
            </a:r>
          </a:p>
        </p:txBody>
      </p:sp>
      <p:sp>
        <p:nvSpPr>
          <p:cNvPr id="33" name="Body Level One…"/>
          <p:cNvSpPr txBox="1">
            <a:spLocks noGrp="1"/>
          </p:cNvSpPr>
          <p:nvPr>
            <p:ph type="body" sz="half" idx="1"/>
          </p:nvPr>
        </p:nvSpPr>
        <p:spPr>
          <a:xfrm>
            <a:off x="5788152" y="1527047"/>
            <a:ext cx="5111497" cy="3931922"/>
          </a:xfrm>
          <a:prstGeom prst="rect">
            <a:avLst/>
          </a:prstGeom>
        </p:spPr>
        <p:txBody>
          <a:bodyPr anchor="ctr"/>
          <a:lstStyle>
            <a:lvl1pPr marL="0" indent="0">
              <a:buSzTx/>
              <a:buFontTx/>
              <a:buNone/>
            </a:lvl1pPr>
            <a:lvl2pPr marL="266700">
              <a:buFontTx/>
            </a:lvl2pPr>
            <a:lvl3pPr marL="548639">
              <a:buFontTx/>
            </a:lvl3pPr>
            <a:lvl4pPr marL="0" indent="1371600">
              <a:buSzTx/>
              <a:buFontTx/>
              <a:buNone/>
            </a:lvl4pPr>
            <a:lvl5pPr>
              <a:buFontTx/>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nd Content 2 small pictures">
    <p:spTree>
      <p:nvGrpSpPr>
        <p:cNvPr id="1" name=""/>
        <p:cNvGrpSpPr/>
        <p:nvPr/>
      </p:nvGrpSpPr>
      <p:grpSpPr>
        <a:xfrm>
          <a:off x="0" y="0"/>
          <a:ext cx="0" cy="0"/>
          <a:chOff x="0" y="0"/>
          <a:chExt cx="0" cy="0"/>
        </a:xfrm>
      </p:grpSpPr>
      <p:sp>
        <p:nvSpPr>
          <p:cNvPr id="41" name="Picture Placeholder 21"/>
          <p:cNvSpPr>
            <a:spLocks noGrp="1"/>
          </p:cNvSpPr>
          <p:nvPr>
            <p:ph type="pic" sz="quarter" idx="21"/>
          </p:nvPr>
        </p:nvSpPr>
        <p:spPr>
          <a:xfrm>
            <a:off x="7200479" y="1150210"/>
            <a:ext cx="2207046" cy="2204179"/>
          </a:xfrm>
          <a:prstGeom prst="rect">
            <a:avLst/>
          </a:prstGeom>
        </p:spPr>
        <p:txBody>
          <a:bodyPr lIns="91439" rIns="91439">
            <a:noAutofit/>
          </a:bodyPr>
          <a:lstStyle/>
          <a:p>
            <a:endParaRPr/>
          </a:p>
        </p:txBody>
      </p:sp>
      <p:sp>
        <p:nvSpPr>
          <p:cNvPr id="42" name="Picture Placeholder 20"/>
          <p:cNvSpPr>
            <a:spLocks noGrp="1"/>
          </p:cNvSpPr>
          <p:nvPr>
            <p:ph type="pic" sz="quarter" idx="22"/>
          </p:nvPr>
        </p:nvSpPr>
        <p:spPr>
          <a:xfrm>
            <a:off x="8444631" y="2579683"/>
            <a:ext cx="3096808" cy="3096807"/>
          </a:xfrm>
          <a:prstGeom prst="rect">
            <a:avLst/>
          </a:prstGeom>
        </p:spPr>
        <p:txBody>
          <a:bodyPr lIns="91439" rIns="91439">
            <a:noAutofit/>
          </a:bodyPr>
          <a:lstStyle/>
          <a:p>
            <a:endParaRPr/>
          </a:p>
        </p:txBody>
      </p:sp>
      <p:sp>
        <p:nvSpPr>
          <p:cNvPr id="43" name="Title Text"/>
          <p:cNvSpPr txBox="1">
            <a:spLocks noGrp="1"/>
          </p:cNvSpPr>
          <p:nvPr>
            <p:ph type="title"/>
          </p:nvPr>
        </p:nvSpPr>
        <p:spPr>
          <a:xfrm>
            <a:off x="539495" y="365124"/>
            <a:ext cx="5806442" cy="1325881"/>
          </a:xfrm>
          <a:prstGeom prst="rect">
            <a:avLst/>
          </a:prstGeom>
        </p:spPr>
        <p:txBody>
          <a:bodyPr/>
          <a:lstStyle/>
          <a:p>
            <a:r>
              <a:t>Title Text</a:t>
            </a:r>
          </a:p>
        </p:txBody>
      </p:sp>
      <p:sp>
        <p:nvSpPr>
          <p:cNvPr id="44" name="Body Level One…"/>
          <p:cNvSpPr txBox="1">
            <a:spLocks noGrp="1"/>
          </p:cNvSpPr>
          <p:nvPr>
            <p:ph type="body" sz="half" idx="1"/>
          </p:nvPr>
        </p:nvSpPr>
        <p:spPr>
          <a:xfrm>
            <a:off x="539495" y="1825625"/>
            <a:ext cx="5806442" cy="4352545"/>
          </a:xfrm>
          <a:prstGeom prst="rect">
            <a:avLst/>
          </a:prstGeom>
        </p:spPr>
        <p:txBody>
          <a:bodyPr/>
          <a:lstStyle>
            <a:lvl1pPr marL="0" indent="0">
              <a:lnSpc>
                <a:spcPct val="110000"/>
              </a:lnSpc>
              <a:buSzTx/>
              <a:buFontTx/>
              <a:buNone/>
              <a:defRPr sz="2400"/>
            </a:lvl1pPr>
            <a:lvl2pPr marL="274319" indent="-274319">
              <a:lnSpc>
                <a:spcPct val="110000"/>
              </a:lnSpc>
              <a:buFontTx/>
              <a:defRPr sz="2400"/>
            </a:lvl2pPr>
            <a:lvl3pPr marL="533400" indent="-304800">
              <a:lnSpc>
                <a:spcPct val="110000"/>
              </a:lnSpc>
              <a:buFontTx/>
              <a:defRPr sz="2400"/>
            </a:lvl3pPr>
            <a:lvl4pPr marL="800100" indent="-342900">
              <a:lnSpc>
                <a:spcPct val="110000"/>
              </a:lnSpc>
              <a:buFontTx/>
              <a:defRPr sz="2400"/>
            </a:lvl4pPr>
            <a:lvl5pPr marL="2133600" indent="-304800">
              <a:lnSpc>
                <a:spcPct val="110000"/>
              </a:lnSpc>
              <a:buFontTx/>
              <a:defRPr sz="2400"/>
            </a:lvl5pPr>
          </a:lstStyle>
          <a:p>
            <a:r>
              <a:t>Body Level One</a:t>
            </a:r>
          </a:p>
          <a:p>
            <a:pPr lvl="1"/>
            <a:r>
              <a:t>Body Level Two</a:t>
            </a:r>
          </a:p>
          <a:p>
            <a:pPr lvl="2"/>
            <a:r>
              <a:t>Body Level Three</a:t>
            </a:r>
          </a:p>
          <a:p>
            <a:pPr lvl="3"/>
            <a:r>
              <a:t>Body Level Four</a:t>
            </a:r>
          </a:p>
          <a:p>
            <a:pPr lvl="4"/>
            <a:r>
              <a:t>Body Level Five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6" name="Oval 9"/>
          <p:cNvSpPr/>
          <p:nvPr/>
        </p:nvSpPr>
        <p:spPr>
          <a:xfrm>
            <a:off x="10249620" y="1555067"/>
            <a:ext cx="819305" cy="797079"/>
          </a:xfrm>
          <a:prstGeom prst="ellipse">
            <a:avLst/>
          </a:prstGeom>
          <a:solidFill>
            <a:schemeClr val="accent2"/>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47" name="Rectangle 11"/>
          <p:cNvSpPr/>
          <p:nvPr/>
        </p:nvSpPr>
        <p:spPr>
          <a:xfrm>
            <a:off x="7590088" y="4034392"/>
            <a:ext cx="876705" cy="876705"/>
          </a:xfrm>
          <a:prstGeom prst="rect">
            <a:avLst/>
          </a:prstGeom>
          <a:ln w="127000">
            <a:solidFill>
              <a:schemeClr val="accent6"/>
            </a:solidFill>
          </a:ln>
        </p:spPr>
        <p:txBody>
          <a:bodyPr lIns="45719" rIns="45719" anchor="ctr"/>
          <a:lstStyle/>
          <a:p>
            <a:pPr algn="ctr">
              <a:defRPr>
                <a:solidFill>
                  <a:srgbClr val="FFFFFF"/>
                </a:solidFill>
                <a:latin typeface="+mn-lt"/>
                <a:ea typeface="+mn-ea"/>
                <a:cs typeface="+mn-cs"/>
                <a:sym typeface="Calibri"/>
              </a:defRPr>
            </a:pPr>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54" name="Oval 6"/>
          <p:cNvSpPr/>
          <p:nvPr/>
        </p:nvSpPr>
        <p:spPr>
          <a:xfrm>
            <a:off x="2815928" y="148928"/>
            <a:ext cx="6560144" cy="6560144"/>
          </a:xfrm>
          <a:prstGeom prst="ellipse">
            <a:avLst/>
          </a:prstGeom>
          <a:solidFill>
            <a:schemeClr val="accent2"/>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55" name="Arc 7"/>
          <p:cNvSpPr/>
          <p:nvPr/>
        </p:nvSpPr>
        <p:spPr>
          <a:xfrm rot="9222429" flipV="1">
            <a:off x="1900746" y="906095"/>
            <a:ext cx="3085935" cy="196163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9254" y="0"/>
                  <a:pt x="17672" y="8419"/>
                  <a:pt x="21600" y="21600"/>
                </a:cubicBezTo>
              </a:path>
            </a:pathLst>
          </a:custGeom>
          <a:ln w="127000" cap="rnd">
            <a:solidFill>
              <a:schemeClr val="accent4">
                <a:alpha val="95000"/>
              </a:schemeClr>
            </a:solidFill>
            <a:prstDash val="dash"/>
            <a:miter/>
          </a:ln>
        </p:spPr>
        <p:txBody>
          <a:bodyPr lIns="45719" rIns="45719" anchor="ctr"/>
          <a:lstStyle/>
          <a:p>
            <a:pPr algn="ctr">
              <a:defRPr>
                <a:latin typeface="+mn-lt"/>
                <a:ea typeface="+mn-ea"/>
                <a:cs typeface="+mn-cs"/>
                <a:sym typeface="Calibri"/>
              </a:defRPr>
            </a:pPr>
            <a:endParaRPr/>
          </a:p>
        </p:txBody>
      </p:sp>
      <p:sp>
        <p:nvSpPr>
          <p:cNvPr id="56" name="Oval 13"/>
          <p:cNvSpPr/>
          <p:nvPr/>
        </p:nvSpPr>
        <p:spPr>
          <a:xfrm>
            <a:off x="8165417" y="5241988"/>
            <a:ext cx="759405" cy="738803"/>
          </a:xfrm>
          <a:prstGeom prst="ellipse">
            <a:avLst/>
          </a:prstGeom>
          <a:solidFill>
            <a:schemeClr val="accent5"/>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57" name="Title Text"/>
          <p:cNvSpPr txBox="1">
            <a:spLocks noGrp="1"/>
          </p:cNvSpPr>
          <p:nvPr>
            <p:ph type="title"/>
          </p:nvPr>
        </p:nvSpPr>
        <p:spPr>
          <a:xfrm>
            <a:off x="3319271" y="1380744"/>
            <a:ext cx="5559553" cy="2514601"/>
          </a:xfrm>
          <a:prstGeom prst="rect">
            <a:avLst/>
          </a:prstGeom>
        </p:spPr>
        <p:txBody>
          <a:bodyPr anchor="b"/>
          <a:lstStyle>
            <a:lvl1pPr algn="ctr">
              <a:defRPr sz="6000">
                <a:solidFill>
                  <a:srgbClr val="FFFFFF"/>
                </a:solidFill>
              </a:defRPr>
            </a:lvl1pPr>
          </a:lstStyle>
          <a:p>
            <a:r>
              <a:t>Title Text</a:t>
            </a:r>
          </a:p>
        </p:txBody>
      </p:sp>
      <p:sp>
        <p:nvSpPr>
          <p:cNvPr id="58" name="Body Level One…"/>
          <p:cNvSpPr txBox="1">
            <a:spLocks noGrp="1"/>
          </p:cNvSpPr>
          <p:nvPr>
            <p:ph type="body" sz="quarter" idx="1"/>
          </p:nvPr>
        </p:nvSpPr>
        <p:spPr>
          <a:xfrm>
            <a:off x="3319271" y="4078223"/>
            <a:ext cx="5559553" cy="1536193"/>
          </a:xfrm>
          <a:prstGeom prst="rect">
            <a:avLst/>
          </a:prstGeom>
        </p:spPr>
        <p:txBody>
          <a:bodyPr/>
          <a:lstStyle>
            <a:lvl1pPr marL="0" indent="0" algn="ctr">
              <a:buSzTx/>
              <a:buFontTx/>
              <a:buNone/>
              <a:defRPr sz="2400">
                <a:solidFill>
                  <a:srgbClr val="FFFFFF"/>
                </a:solidFill>
              </a:defRPr>
            </a:lvl1pPr>
            <a:lvl2pPr marL="0" indent="457200" algn="ctr">
              <a:buSzTx/>
              <a:buFontTx/>
              <a:buNone/>
              <a:defRPr sz="2400">
                <a:solidFill>
                  <a:srgbClr val="FFFFFF"/>
                </a:solidFill>
              </a:defRPr>
            </a:lvl2pPr>
            <a:lvl3pPr marL="0" indent="914400" algn="ctr">
              <a:buSzTx/>
              <a:buFontTx/>
              <a:buNone/>
              <a:defRPr sz="2400">
                <a:solidFill>
                  <a:srgbClr val="FFFFFF"/>
                </a:solidFill>
              </a:defRPr>
            </a:lvl3pPr>
            <a:lvl4pPr marL="0" indent="1371600" algn="ctr">
              <a:buSzTx/>
              <a:buFontTx/>
              <a:buNone/>
              <a:defRPr sz="2400">
                <a:solidFill>
                  <a:srgbClr val="FFFFFF"/>
                </a:solidFill>
              </a:defRPr>
            </a:lvl4pPr>
            <a:lvl5pPr marL="0" indent="1828800" algn="ctr">
              <a:buSzTx/>
              <a:buFontTx/>
              <a:buNone/>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9" name="Slide Number"/>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66" name="Title Text"/>
          <p:cNvSpPr txBox="1">
            <a:spLocks noGrp="1"/>
          </p:cNvSpPr>
          <p:nvPr>
            <p:ph type="title"/>
          </p:nvPr>
        </p:nvSpPr>
        <p:spPr>
          <a:xfrm>
            <a:off x="539495" y="365125"/>
            <a:ext cx="10515601" cy="1325563"/>
          </a:xfrm>
          <a:prstGeom prst="rect">
            <a:avLst/>
          </a:prstGeom>
        </p:spPr>
        <p:txBody>
          <a:bodyPr/>
          <a:lstStyle/>
          <a:p>
            <a:r>
              <a:t>Title Text</a:t>
            </a:r>
          </a:p>
        </p:txBody>
      </p:sp>
      <p:sp>
        <p:nvSpPr>
          <p:cNvPr id="67" name="Body Level One…"/>
          <p:cNvSpPr txBox="1">
            <a:spLocks noGrp="1"/>
          </p:cNvSpPr>
          <p:nvPr>
            <p:ph type="body" idx="1"/>
          </p:nvPr>
        </p:nvSpPr>
        <p:spPr>
          <a:xfrm>
            <a:off x="1179575" y="1911095"/>
            <a:ext cx="9829801" cy="385974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9" name="Freeform: Shape 6"/>
          <p:cNvSpPr/>
          <p:nvPr/>
        </p:nvSpPr>
        <p:spPr>
          <a:xfrm>
            <a:off x="10494433" y="2"/>
            <a:ext cx="849329" cy="35766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568" y="760"/>
                </a:lnTo>
                <a:cubicBezTo>
                  <a:pt x="20543" y="12654"/>
                  <a:pt x="16111" y="21600"/>
                  <a:pt x="10800" y="21600"/>
                </a:cubicBezTo>
                <a:cubicBezTo>
                  <a:pt x="5489" y="21600"/>
                  <a:pt x="1057" y="12654"/>
                  <a:pt x="32" y="760"/>
                </a:cubicBezTo>
                <a:close/>
              </a:path>
            </a:pathLst>
          </a:custGeom>
          <a:solidFill>
            <a:schemeClr val="accent4"/>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70" name="Freeform: Shape 7"/>
          <p:cNvSpPr/>
          <p:nvPr/>
        </p:nvSpPr>
        <p:spPr>
          <a:xfrm flipH="1">
            <a:off x="123535" y="5717904"/>
            <a:ext cx="1771611" cy="1140097"/>
          </a:xfrm>
          <a:custGeom>
            <a:avLst/>
            <a:gdLst/>
            <a:ahLst/>
            <a:cxnLst>
              <a:cxn ang="0">
                <a:pos x="wd2" y="hd2"/>
              </a:cxn>
              <a:cxn ang="5400000">
                <a:pos x="wd2" y="hd2"/>
              </a:cxn>
              <a:cxn ang="10800000">
                <a:pos x="wd2" y="hd2"/>
              </a:cxn>
              <a:cxn ang="16200000">
                <a:pos x="wd2" y="hd2"/>
              </a:cxn>
            </a:cxnLst>
            <a:rect l="0" t="0" r="r" b="b"/>
            <a:pathLst>
              <a:path w="21544" h="21593" extrusionOk="0">
                <a:moveTo>
                  <a:pt x="18992" y="14452"/>
                </a:moveTo>
                <a:cubicBezTo>
                  <a:pt x="19281" y="14400"/>
                  <a:pt x="19575" y="14607"/>
                  <a:pt x="19737" y="15016"/>
                </a:cubicBezTo>
                <a:cubicBezTo>
                  <a:pt x="20142" y="16100"/>
                  <a:pt x="20502" y="17222"/>
                  <a:pt x="20816" y="18374"/>
                </a:cubicBezTo>
                <a:lnTo>
                  <a:pt x="21544" y="21593"/>
                </a:lnTo>
                <a:lnTo>
                  <a:pt x="19910" y="21593"/>
                </a:lnTo>
                <a:lnTo>
                  <a:pt x="19394" y="19313"/>
                </a:lnTo>
                <a:cubicBezTo>
                  <a:pt x="19105" y="18253"/>
                  <a:pt x="18774" y="17221"/>
                  <a:pt x="18402" y="16224"/>
                </a:cubicBezTo>
                <a:cubicBezTo>
                  <a:pt x="18197" y="15641"/>
                  <a:pt x="18335" y="14910"/>
                  <a:pt x="18709" y="14591"/>
                </a:cubicBezTo>
                <a:cubicBezTo>
                  <a:pt x="18799" y="14515"/>
                  <a:pt x="18895" y="14469"/>
                  <a:pt x="18992" y="14452"/>
                </a:cubicBezTo>
                <a:close/>
                <a:moveTo>
                  <a:pt x="11351" y="3055"/>
                </a:moveTo>
                <a:cubicBezTo>
                  <a:pt x="11452" y="3065"/>
                  <a:pt x="11552" y="3107"/>
                  <a:pt x="11647" y="3181"/>
                </a:cubicBezTo>
                <a:cubicBezTo>
                  <a:pt x="13087" y="4305"/>
                  <a:pt x="14432" y="5702"/>
                  <a:pt x="15651" y="7341"/>
                </a:cubicBezTo>
                <a:cubicBezTo>
                  <a:pt x="15974" y="7774"/>
                  <a:pt x="16010" y="8532"/>
                  <a:pt x="15733" y="9036"/>
                </a:cubicBezTo>
                <a:cubicBezTo>
                  <a:pt x="15586" y="9302"/>
                  <a:pt x="15371" y="9455"/>
                  <a:pt x="15146" y="9454"/>
                </a:cubicBezTo>
                <a:lnTo>
                  <a:pt x="15142" y="9454"/>
                </a:lnTo>
                <a:cubicBezTo>
                  <a:pt x="14957" y="9457"/>
                  <a:pt x="14778" y="9355"/>
                  <a:pt x="14637" y="9169"/>
                </a:cubicBezTo>
                <a:cubicBezTo>
                  <a:pt x="13515" y="7657"/>
                  <a:pt x="12278" y="6368"/>
                  <a:pt x="10952" y="5332"/>
                </a:cubicBezTo>
                <a:cubicBezTo>
                  <a:pt x="10571" y="5033"/>
                  <a:pt x="10418" y="4309"/>
                  <a:pt x="10610" y="3715"/>
                </a:cubicBezTo>
                <a:cubicBezTo>
                  <a:pt x="10753" y="3270"/>
                  <a:pt x="11051" y="3024"/>
                  <a:pt x="11351" y="3055"/>
                </a:cubicBezTo>
                <a:close/>
                <a:moveTo>
                  <a:pt x="3116" y="1"/>
                </a:moveTo>
                <a:cubicBezTo>
                  <a:pt x="3920" y="8"/>
                  <a:pt x="4723" y="93"/>
                  <a:pt x="5521" y="255"/>
                </a:cubicBezTo>
                <a:cubicBezTo>
                  <a:pt x="5944" y="336"/>
                  <a:pt x="6245" y="936"/>
                  <a:pt x="6193" y="1594"/>
                </a:cubicBezTo>
                <a:cubicBezTo>
                  <a:pt x="6145" y="2200"/>
                  <a:pt x="5813" y="2653"/>
                  <a:pt x="5421" y="2649"/>
                </a:cubicBezTo>
                <a:cubicBezTo>
                  <a:pt x="5387" y="2650"/>
                  <a:pt x="5353" y="2647"/>
                  <a:pt x="5320" y="2640"/>
                </a:cubicBezTo>
                <a:cubicBezTo>
                  <a:pt x="3850" y="2341"/>
                  <a:pt x="2362" y="2327"/>
                  <a:pt x="890" y="2599"/>
                </a:cubicBezTo>
                <a:cubicBezTo>
                  <a:pt x="468" y="2700"/>
                  <a:pt x="74" y="2249"/>
                  <a:pt x="9" y="1592"/>
                </a:cubicBezTo>
                <a:cubicBezTo>
                  <a:pt x="-56" y="936"/>
                  <a:pt x="233" y="321"/>
                  <a:pt x="655" y="220"/>
                </a:cubicBezTo>
                <a:cubicBezTo>
                  <a:pt x="673" y="216"/>
                  <a:pt x="691" y="212"/>
                  <a:pt x="709" y="210"/>
                </a:cubicBezTo>
                <a:cubicBezTo>
                  <a:pt x="1509" y="63"/>
                  <a:pt x="2313" y="-7"/>
                  <a:pt x="3116" y="1"/>
                </a:cubicBezTo>
                <a:close/>
              </a:path>
            </a:pathLst>
          </a:custGeom>
          <a:solidFill>
            <a:schemeClr val="accent4"/>
          </a:solidFill>
          <a:ln w="12700">
            <a:miter lim="400000"/>
          </a:ln>
        </p:spPr>
        <p:txBody>
          <a:bodyPr lIns="45719" rIns="45719" anchor="ctr"/>
          <a:lstStyle/>
          <a:p>
            <a:pPr>
              <a:defRPr>
                <a:latin typeface="+mn-lt"/>
                <a:ea typeface="+mn-ea"/>
                <a:cs typeface="+mn-cs"/>
                <a:sym typeface="Calibri"/>
              </a:defRPr>
            </a:pPr>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nd Content 2">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8200" y="365125"/>
            <a:ext cx="10515600" cy="1325563"/>
          </a:xfrm>
          <a:prstGeom prst="rect">
            <a:avLst/>
          </a:prstGeom>
        </p:spPr>
        <p:txBody>
          <a:bodyPr/>
          <a:lstStyle/>
          <a:p>
            <a:r>
              <a:t>Title Text</a:t>
            </a: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79" name="Body Level One…"/>
          <p:cNvSpPr txBox="1">
            <a:spLocks noGrp="1"/>
          </p:cNvSpPr>
          <p:nvPr>
            <p:ph type="body" idx="1"/>
          </p:nvPr>
        </p:nvSpPr>
        <p:spPr>
          <a:xfrm>
            <a:off x="838200" y="1911095"/>
            <a:ext cx="10515600" cy="385974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Quote slide with picture">
    <p:bg>
      <p:bgPr>
        <a:solidFill>
          <a:srgbClr val="000000"/>
        </a:solidFill>
        <a:effectLst/>
      </p:bgPr>
    </p:bg>
    <p:spTree>
      <p:nvGrpSpPr>
        <p:cNvPr id="1" name=""/>
        <p:cNvGrpSpPr/>
        <p:nvPr/>
      </p:nvGrpSpPr>
      <p:grpSpPr>
        <a:xfrm>
          <a:off x="0" y="0"/>
          <a:ext cx="0" cy="0"/>
          <a:chOff x="0" y="0"/>
          <a:chExt cx="0" cy="0"/>
        </a:xfrm>
      </p:grpSpPr>
      <p:sp>
        <p:nvSpPr>
          <p:cNvPr id="86" name="Picture Placeholder 5"/>
          <p:cNvSpPr>
            <a:spLocks noGrp="1"/>
          </p:cNvSpPr>
          <p:nvPr>
            <p:ph type="pic" idx="21"/>
          </p:nvPr>
        </p:nvSpPr>
        <p:spPr>
          <a:xfrm>
            <a:off x="0" y="1"/>
            <a:ext cx="12192000" cy="6858001"/>
          </a:xfrm>
          <a:prstGeom prst="rect">
            <a:avLst/>
          </a:prstGeom>
        </p:spPr>
        <p:txBody>
          <a:bodyPr lIns="91439" rIns="91439">
            <a:noAutofit/>
          </a:bodyPr>
          <a:lstStyle/>
          <a:p>
            <a:endParaRPr/>
          </a:p>
        </p:txBody>
      </p:sp>
      <p:sp>
        <p:nvSpPr>
          <p:cNvPr id="87" name="Title Text"/>
          <p:cNvSpPr txBox="1">
            <a:spLocks noGrp="1"/>
          </p:cNvSpPr>
          <p:nvPr>
            <p:ph type="title"/>
          </p:nvPr>
        </p:nvSpPr>
        <p:spPr>
          <a:xfrm>
            <a:off x="3111500" y="370600"/>
            <a:ext cx="5923842" cy="5923842"/>
          </a:xfrm>
          <a:prstGeom prst="rect">
            <a:avLst/>
          </a:prstGeom>
          <a:solidFill>
            <a:srgbClr val="FFFFFF">
              <a:alpha val="95000"/>
            </a:srgbClr>
          </a:solidFill>
        </p:spPr>
        <p:txBody>
          <a:bodyPr anchor="b"/>
          <a:lstStyle>
            <a:lvl1pPr algn="ctr">
              <a:defRPr sz="4000"/>
            </a:lvl1pPr>
          </a:lstStyle>
          <a:p>
            <a:r>
              <a:t>Title Text</a:t>
            </a:r>
          </a:p>
        </p:txBody>
      </p:sp>
      <p:sp>
        <p:nvSpPr>
          <p:cNvPr id="88" name="Body Level One…"/>
          <p:cNvSpPr txBox="1">
            <a:spLocks noGrp="1"/>
          </p:cNvSpPr>
          <p:nvPr>
            <p:ph type="body" sz="quarter" idx="1"/>
          </p:nvPr>
        </p:nvSpPr>
        <p:spPr>
          <a:xfrm>
            <a:off x="3575303" y="4379976"/>
            <a:ext cx="5038345" cy="71323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89"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96" name="Title Text"/>
          <p:cNvSpPr txBox="1">
            <a:spLocks noGrp="1"/>
          </p:cNvSpPr>
          <p:nvPr>
            <p:ph type="title"/>
          </p:nvPr>
        </p:nvSpPr>
        <p:spPr>
          <a:xfrm>
            <a:off x="838200" y="365125"/>
            <a:ext cx="10515600" cy="1325563"/>
          </a:xfrm>
          <a:prstGeom prst="rect">
            <a:avLst/>
          </a:prstGeom>
        </p:spPr>
        <p:txBody>
          <a:bodyPr/>
          <a:lstStyle/>
          <a:p>
            <a:r>
              <a:t>Title Text</a:t>
            </a:r>
          </a:p>
        </p:txBody>
      </p:sp>
      <p:sp>
        <p:nvSpPr>
          <p:cNvPr id="97"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106"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07"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Comparison 3 column">
    <p:spTree>
      <p:nvGrpSpPr>
        <p:cNvPr id="1" name=""/>
        <p:cNvGrpSpPr/>
        <p:nvPr/>
      </p:nvGrpSpPr>
      <p:grpSpPr>
        <a:xfrm>
          <a:off x="0" y="0"/>
          <a:ext cx="0" cy="0"/>
          <a:chOff x="0" y="0"/>
          <a:chExt cx="0" cy="0"/>
        </a:xfrm>
      </p:grpSpPr>
      <p:sp>
        <p:nvSpPr>
          <p:cNvPr id="115"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116" name="Body Level One…"/>
          <p:cNvSpPr txBox="1">
            <a:spLocks noGrp="1"/>
          </p:cNvSpPr>
          <p:nvPr>
            <p:ph type="body" sz="quarter" idx="1"/>
          </p:nvPr>
        </p:nvSpPr>
        <p:spPr>
          <a:xfrm>
            <a:off x="839787" y="1681163"/>
            <a:ext cx="3291842"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17" name="Text Placeholder 4"/>
          <p:cNvSpPr>
            <a:spLocks noGrp="1"/>
          </p:cNvSpPr>
          <p:nvPr>
            <p:ph type="body" sz="quarter" idx="21"/>
          </p:nvPr>
        </p:nvSpPr>
        <p:spPr>
          <a:xfrm>
            <a:off x="4453128" y="1681163"/>
            <a:ext cx="3291841" cy="823913"/>
          </a:xfrm>
          <a:prstGeom prst="rect">
            <a:avLst/>
          </a:prstGeom>
        </p:spPr>
        <p:txBody>
          <a:bodyPr anchor="b"/>
          <a:lstStyle/>
          <a:p>
            <a:pPr marL="0" indent="0">
              <a:buSzTx/>
              <a:buFontTx/>
              <a:buNone/>
              <a:defRPr sz="2400" b="1"/>
            </a:pPr>
            <a:endParaRPr/>
          </a:p>
        </p:txBody>
      </p:sp>
      <p:sp>
        <p:nvSpPr>
          <p:cNvPr id="1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19" name="Text Placeholder 4"/>
          <p:cNvSpPr>
            <a:spLocks noGrp="1"/>
          </p:cNvSpPr>
          <p:nvPr>
            <p:ph type="body" sz="quarter" idx="22"/>
          </p:nvPr>
        </p:nvSpPr>
        <p:spPr>
          <a:xfrm>
            <a:off x="8065007" y="1681163"/>
            <a:ext cx="3291841" cy="823913"/>
          </a:xfrm>
          <a:prstGeom prst="rect">
            <a:avLst/>
          </a:prstGeom>
        </p:spPr>
        <p:txBody>
          <a:bodyPr anchor="b"/>
          <a:lstStyle/>
          <a:p>
            <a:pPr marL="0" indent="0">
              <a:buSzTx/>
              <a:buFontTx/>
              <a:buNone/>
              <a:defRPr sz="2400" b="1"/>
            </a:pPr>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and Content with 2 medium pictures">
    <p:spTree>
      <p:nvGrpSpPr>
        <p:cNvPr id="1" name=""/>
        <p:cNvGrpSpPr/>
        <p:nvPr/>
      </p:nvGrpSpPr>
      <p:grpSpPr>
        <a:xfrm>
          <a:off x="0" y="0"/>
          <a:ext cx="0" cy="0"/>
          <a:chOff x="0" y="0"/>
          <a:chExt cx="0" cy="0"/>
        </a:xfrm>
      </p:grpSpPr>
      <p:sp>
        <p:nvSpPr>
          <p:cNvPr id="126" name="Picture Placeholder 19"/>
          <p:cNvSpPr>
            <a:spLocks noGrp="1"/>
          </p:cNvSpPr>
          <p:nvPr>
            <p:ph type="pic" sz="half" idx="21"/>
          </p:nvPr>
        </p:nvSpPr>
        <p:spPr>
          <a:xfrm>
            <a:off x="7901258" y="2727729"/>
            <a:ext cx="4290741" cy="4130272"/>
          </a:xfrm>
          <a:prstGeom prst="rect">
            <a:avLst/>
          </a:prstGeom>
        </p:spPr>
        <p:txBody>
          <a:bodyPr lIns="91439" rIns="91439">
            <a:noAutofit/>
          </a:bodyPr>
          <a:lstStyle/>
          <a:p>
            <a:endParaRPr/>
          </a:p>
        </p:txBody>
      </p:sp>
      <p:sp>
        <p:nvSpPr>
          <p:cNvPr id="127" name="Picture Placeholder 20"/>
          <p:cNvSpPr>
            <a:spLocks noGrp="1"/>
          </p:cNvSpPr>
          <p:nvPr>
            <p:ph type="pic" sz="quarter" idx="22"/>
          </p:nvPr>
        </p:nvSpPr>
        <p:spPr>
          <a:xfrm>
            <a:off x="6261608" y="-1"/>
            <a:ext cx="3519313" cy="3007911"/>
          </a:xfrm>
          <a:prstGeom prst="rect">
            <a:avLst/>
          </a:prstGeom>
        </p:spPr>
        <p:txBody>
          <a:bodyPr lIns="91439" rIns="91439">
            <a:noAutofit/>
          </a:bodyPr>
          <a:lstStyle/>
          <a:p>
            <a:endParaRPr/>
          </a:p>
        </p:txBody>
      </p:sp>
      <p:sp>
        <p:nvSpPr>
          <p:cNvPr id="128" name="Oval 9"/>
          <p:cNvSpPr/>
          <p:nvPr/>
        </p:nvSpPr>
        <p:spPr>
          <a:xfrm>
            <a:off x="10420569" y="1364732"/>
            <a:ext cx="947489" cy="921786"/>
          </a:xfrm>
          <a:prstGeom prst="ellipse">
            <a:avLst/>
          </a:prstGeom>
          <a:solidFill>
            <a:schemeClr val="accent2"/>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29" name="Arc 11"/>
          <p:cNvSpPr/>
          <p:nvPr/>
        </p:nvSpPr>
        <p:spPr>
          <a:xfrm rot="4759070" flipV="1">
            <a:off x="5896042" y="1918749"/>
            <a:ext cx="1820521" cy="1157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9254" y="0"/>
                  <a:pt x="17673" y="8419"/>
                  <a:pt x="21600" y="21600"/>
                </a:cubicBezTo>
              </a:path>
            </a:pathLst>
          </a:custGeom>
          <a:ln w="127000" cap="rnd">
            <a:solidFill>
              <a:schemeClr val="accent4"/>
            </a:solidFill>
            <a:prstDash val="dash"/>
            <a:miter/>
          </a:ln>
        </p:spPr>
        <p:txBody>
          <a:bodyPr lIns="45719" rIns="45719" anchor="ctr"/>
          <a:lstStyle/>
          <a:p>
            <a:pPr algn="ctr">
              <a:defRPr>
                <a:latin typeface="+mn-lt"/>
                <a:ea typeface="+mn-ea"/>
                <a:cs typeface="+mn-cs"/>
                <a:sym typeface="Calibri"/>
              </a:defRPr>
            </a:pPr>
            <a:endParaRPr/>
          </a:p>
        </p:txBody>
      </p:sp>
      <p:sp>
        <p:nvSpPr>
          <p:cNvPr id="130" name="Title Text"/>
          <p:cNvSpPr txBox="1">
            <a:spLocks noGrp="1"/>
          </p:cNvSpPr>
          <p:nvPr>
            <p:ph type="title"/>
          </p:nvPr>
        </p:nvSpPr>
        <p:spPr>
          <a:xfrm>
            <a:off x="841247" y="365759"/>
            <a:ext cx="5120642" cy="1325882"/>
          </a:xfrm>
          <a:prstGeom prst="rect">
            <a:avLst/>
          </a:prstGeom>
        </p:spPr>
        <p:txBody>
          <a:bodyPr/>
          <a:lstStyle/>
          <a:p>
            <a:r>
              <a:t>Title Text</a:t>
            </a:r>
          </a:p>
        </p:txBody>
      </p:sp>
      <p:sp>
        <p:nvSpPr>
          <p:cNvPr id="1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32" name="Body Level One…"/>
          <p:cNvSpPr txBox="1">
            <a:spLocks noGrp="1"/>
          </p:cNvSpPr>
          <p:nvPr>
            <p:ph type="body" sz="half" idx="1"/>
          </p:nvPr>
        </p:nvSpPr>
        <p:spPr>
          <a:xfrm>
            <a:off x="841247" y="1828800"/>
            <a:ext cx="5093210" cy="4352545"/>
          </a:xfrm>
          <a:prstGeom prst="rect">
            <a:avLst/>
          </a:prstGeom>
        </p:spPr>
        <p:txBody>
          <a:bodyPr/>
          <a:lstStyle>
            <a:lvl1pPr marL="0" indent="0">
              <a:buSzTx/>
              <a:buFontTx/>
              <a:buNone/>
              <a:defRPr sz="2400"/>
            </a:lvl1pPr>
            <a:lvl2pPr marL="228600" indent="-228600">
              <a:buFontTx/>
              <a:defRPr sz="2400"/>
            </a:lvl2pPr>
            <a:lvl3pPr marL="502919" indent="-274319">
              <a:buFontTx/>
              <a:defRPr sz="2400"/>
            </a:lvl3pPr>
            <a:lvl4pPr marL="762000" indent="-304800">
              <a:buFontTx/>
              <a:defRPr sz="2400"/>
            </a:lvl4pPr>
            <a:lvl5pPr marL="2133600" indent="-304800">
              <a:buFontTx/>
              <a:defRPr sz="2400"/>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Closing">
    <p:spTree>
      <p:nvGrpSpPr>
        <p:cNvPr id="1" name=""/>
        <p:cNvGrpSpPr/>
        <p:nvPr/>
      </p:nvGrpSpPr>
      <p:grpSpPr>
        <a:xfrm>
          <a:off x="0" y="0"/>
          <a:ext cx="0" cy="0"/>
          <a:chOff x="0" y="0"/>
          <a:chExt cx="0" cy="0"/>
        </a:xfrm>
      </p:grpSpPr>
      <p:sp>
        <p:nvSpPr>
          <p:cNvPr id="139" name="Oval 9"/>
          <p:cNvSpPr/>
          <p:nvPr/>
        </p:nvSpPr>
        <p:spPr>
          <a:xfrm>
            <a:off x="707392" y="847599"/>
            <a:ext cx="4619940" cy="4619940"/>
          </a:xfrm>
          <a:prstGeom prst="ellipse">
            <a:avLst/>
          </a:prstGeom>
          <a:solidFill>
            <a:schemeClr val="accent2"/>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40" name="Freeform: Shape 11"/>
          <p:cNvSpPr/>
          <p:nvPr/>
        </p:nvSpPr>
        <p:spPr>
          <a:xfrm flipH="1">
            <a:off x="530529" y="-1"/>
            <a:ext cx="1155142" cy="591011"/>
          </a:xfrm>
          <a:custGeom>
            <a:avLst/>
            <a:gdLst/>
            <a:ahLst/>
            <a:cxnLst>
              <a:cxn ang="0">
                <a:pos x="wd2" y="hd2"/>
              </a:cxn>
              <a:cxn ang="5400000">
                <a:pos x="wd2" y="hd2"/>
              </a:cxn>
              <a:cxn ang="10800000">
                <a:pos x="wd2" y="hd2"/>
              </a:cxn>
              <a:cxn ang="16200000">
                <a:pos x="wd2" y="hd2"/>
              </a:cxn>
            </a:cxnLst>
            <a:rect l="0" t="0" r="r" b="b"/>
            <a:pathLst>
              <a:path w="21600" h="21600" extrusionOk="0">
                <a:moveTo>
                  <a:pt x="25" y="0"/>
                </a:moveTo>
                <a:lnTo>
                  <a:pt x="21575" y="0"/>
                </a:lnTo>
                <a:lnTo>
                  <a:pt x="21600" y="491"/>
                </a:lnTo>
                <a:cubicBezTo>
                  <a:pt x="21600" y="12149"/>
                  <a:pt x="16765" y="21600"/>
                  <a:pt x="10800" y="21600"/>
                </a:cubicBezTo>
                <a:cubicBezTo>
                  <a:pt x="4835" y="21600"/>
                  <a:pt x="0" y="12149"/>
                  <a:pt x="0" y="491"/>
                </a:cubicBezTo>
                <a:close/>
              </a:path>
            </a:pathLst>
          </a:custGeom>
          <a:solidFill>
            <a:schemeClr val="accent5"/>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41" name="Freeform: Shape 13"/>
          <p:cNvSpPr/>
          <p:nvPr/>
        </p:nvSpPr>
        <p:spPr>
          <a:xfrm flipH="1">
            <a:off x="3961510" y="-1"/>
            <a:ext cx="1737402" cy="95953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539" y="0"/>
                </a:lnTo>
                <a:lnTo>
                  <a:pt x="1539" y="17790"/>
                </a:lnTo>
                <a:lnTo>
                  <a:pt x="18525" y="0"/>
                </a:lnTo>
                <a:lnTo>
                  <a:pt x="21600" y="0"/>
                </a:lnTo>
                <a:lnTo>
                  <a:pt x="1155" y="21413"/>
                </a:lnTo>
                <a:cubicBezTo>
                  <a:pt x="1038" y="21536"/>
                  <a:pt x="905" y="21600"/>
                  <a:pt x="770" y="21600"/>
                </a:cubicBezTo>
                <a:cubicBezTo>
                  <a:pt x="345" y="21600"/>
                  <a:pt x="0" y="20976"/>
                  <a:pt x="0" y="20206"/>
                </a:cubicBezTo>
                <a:close/>
              </a:path>
            </a:pathLst>
          </a:custGeom>
          <a:solidFill>
            <a:schemeClr val="accent6"/>
          </a:solidFill>
          <a:ln w="12700">
            <a:miter lim="400000"/>
          </a:ln>
        </p:spPr>
        <p:txBody>
          <a:bodyPr lIns="45719" rIns="45719" anchor="ctr"/>
          <a:lstStyle/>
          <a:p>
            <a:pPr>
              <a:defRPr>
                <a:latin typeface="+mn-lt"/>
                <a:ea typeface="+mn-ea"/>
                <a:cs typeface="+mn-cs"/>
                <a:sym typeface="Calibri"/>
              </a:defRPr>
            </a:pPr>
            <a:endParaRPr/>
          </a:p>
        </p:txBody>
      </p:sp>
      <p:sp>
        <p:nvSpPr>
          <p:cNvPr id="142" name="Freeform: Shape 15"/>
          <p:cNvSpPr/>
          <p:nvPr/>
        </p:nvSpPr>
        <p:spPr>
          <a:xfrm flipH="1">
            <a:off x="0" y="2936831"/>
            <a:ext cx="159742" cy="55299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19181" y="21221"/>
                </a:lnTo>
                <a:cubicBezTo>
                  <a:pt x="7608" y="18962"/>
                  <a:pt x="0" y="15138"/>
                  <a:pt x="0" y="10800"/>
                </a:cubicBezTo>
                <a:cubicBezTo>
                  <a:pt x="0" y="6462"/>
                  <a:pt x="7608" y="2638"/>
                  <a:pt x="19181" y="379"/>
                </a:cubicBezTo>
                <a:close/>
              </a:path>
            </a:pathLst>
          </a:custGeom>
          <a:solidFill>
            <a:schemeClr val="accent4"/>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43" name="Freeform: Shape 17"/>
          <p:cNvSpPr/>
          <p:nvPr/>
        </p:nvSpPr>
        <p:spPr>
          <a:xfrm flipH="1">
            <a:off x="0" y="5835648"/>
            <a:ext cx="1548181" cy="1022352"/>
          </a:xfrm>
          <a:custGeom>
            <a:avLst/>
            <a:gdLst/>
            <a:ahLst/>
            <a:cxnLst>
              <a:cxn ang="0">
                <a:pos x="wd2" y="hd2"/>
              </a:cxn>
              <a:cxn ang="5400000">
                <a:pos x="wd2" y="hd2"/>
              </a:cxn>
              <a:cxn ang="10800000">
                <a:pos x="wd2" y="hd2"/>
              </a:cxn>
              <a:cxn ang="16200000">
                <a:pos x="wd2" y="hd2"/>
              </a:cxn>
            </a:cxnLst>
            <a:rect l="0" t="0" r="r" b="b"/>
            <a:pathLst>
              <a:path w="21600" h="21600" extrusionOk="0">
                <a:moveTo>
                  <a:pt x="864" y="0"/>
                </a:moveTo>
                <a:lnTo>
                  <a:pt x="21600" y="0"/>
                </a:lnTo>
                <a:lnTo>
                  <a:pt x="21600" y="2616"/>
                </a:lnTo>
                <a:lnTo>
                  <a:pt x="1728" y="2616"/>
                </a:lnTo>
                <a:lnTo>
                  <a:pt x="1728" y="21600"/>
                </a:lnTo>
                <a:lnTo>
                  <a:pt x="0" y="21600"/>
                </a:lnTo>
                <a:lnTo>
                  <a:pt x="0" y="1308"/>
                </a:lnTo>
                <a:cubicBezTo>
                  <a:pt x="0" y="586"/>
                  <a:pt x="387" y="0"/>
                  <a:pt x="864" y="0"/>
                </a:cubicBezTo>
                <a:close/>
              </a:path>
            </a:pathLst>
          </a:custGeom>
          <a:solidFill>
            <a:schemeClr val="accent6"/>
          </a:solidFill>
          <a:ln w="12700">
            <a:miter lim="400000"/>
          </a:ln>
        </p:spPr>
        <p:txBody>
          <a:bodyPr lIns="45719" rIns="45719" anchor="ctr"/>
          <a:lstStyle/>
          <a:p>
            <a:pPr>
              <a:defRPr>
                <a:latin typeface="+mn-lt"/>
                <a:ea typeface="+mn-ea"/>
                <a:cs typeface="+mn-cs"/>
                <a:sym typeface="Calibri"/>
              </a:defRPr>
            </a:pPr>
            <a:endParaRPr/>
          </a:p>
        </p:txBody>
      </p:sp>
      <p:sp>
        <p:nvSpPr>
          <p:cNvPr id="144" name="Freeform: Shape 19"/>
          <p:cNvSpPr/>
          <p:nvPr/>
        </p:nvSpPr>
        <p:spPr>
          <a:xfrm flipH="1">
            <a:off x="3405056" y="5717904"/>
            <a:ext cx="1771610" cy="1140097"/>
          </a:xfrm>
          <a:custGeom>
            <a:avLst/>
            <a:gdLst/>
            <a:ahLst/>
            <a:cxnLst>
              <a:cxn ang="0">
                <a:pos x="wd2" y="hd2"/>
              </a:cxn>
              <a:cxn ang="5400000">
                <a:pos x="wd2" y="hd2"/>
              </a:cxn>
              <a:cxn ang="10800000">
                <a:pos x="wd2" y="hd2"/>
              </a:cxn>
              <a:cxn ang="16200000">
                <a:pos x="wd2" y="hd2"/>
              </a:cxn>
            </a:cxnLst>
            <a:rect l="0" t="0" r="r" b="b"/>
            <a:pathLst>
              <a:path w="21544" h="21593" extrusionOk="0">
                <a:moveTo>
                  <a:pt x="18992" y="14452"/>
                </a:moveTo>
                <a:cubicBezTo>
                  <a:pt x="19281" y="14400"/>
                  <a:pt x="19575" y="14607"/>
                  <a:pt x="19737" y="15016"/>
                </a:cubicBezTo>
                <a:cubicBezTo>
                  <a:pt x="20142" y="16100"/>
                  <a:pt x="20502" y="17222"/>
                  <a:pt x="20816" y="18374"/>
                </a:cubicBezTo>
                <a:lnTo>
                  <a:pt x="21544" y="21593"/>
                </a:lnTo>
                <a:lnTo>
                  <a:pt x="19910" y="21593"/>
                </a:lnTo>
                <a:lnTo>
                  <a:pt x="19394" y="19313"/>
                </a:lnTo>
                <a:cubicBezTo>
                  <a:pt x="19105" y="18253"/>
                  <a:pt x="18774" y="17221"/>
                  <a:pt x="18402" y="16224"/>
                </a:cubicBezTo>
                <a:cubicBezTo>
                  <a:pt x="18197" y="15641"/>
                  <a:pt x="18335" y="14910"/>
                  <a:pt x="18709" y="14591"/>
                </a:cubicBezTo>
                <a:cubicBezTo>
                  <a:pt x="18799" y="14515"/>
                  <a:pt x="18895" y="14469"/>
                  <a:pt x="18992" y="14452"/>
                </a:cubicBezTo>
                <a:close/>
                <a:moveTo>
                  <a:pt x="11351" y="3055"/>
                </a:moveTo>
                <a:cubicBezTo>
                  <a:pt x="11452" y="3065"/>
                  <a:pt x="11552" y="3107"/>
                  <a:pt x="11647" y="3181"/>
                </a:cubicBezTo>
                <a:cubicBezTo>
                  <a:pt x="13087" y="4305"/>
                  <a:pt x="14432" y="5702"/>
                  <a:pt x="15651" y="7341"/>
                </a:cubicBezTo>
                <a:cubicBezTo>
                  <a:pt x="15974" y="7774"/>
                  <a:pt x="16010" y="8532"/>
                  <a:pt x="15733" y="9036"/>
                </a:cubicBezTo>
                <a:cubicBezTo>
                  <a:pt x="15586" y="9302"/>
                  <a:pt x="15371" y="9455"/>
                  <a:pt x="15146" y="9454"/>
                </a:cubicBezTo>
                <a:lnTo>
                  <a:pt x="15142" y="9454"/>
                </a:lnTo>
                <a:cubicBezTo>
                  <a:pt x="14957" y="9457"/>
                  <a:pt x="14778" y="9355"/>
                  <a:pt x="14637" y="9169"/>
                </a:cubicBezTo>
                <a:cubicBezTo>
                  <a:pt x="13515" y="7657"/>
                  <a:pt x="12278" y="6368"/>
                  <a:pt x="10952" y="5332"/>
                </a:cubicBezTo>
                <a:cubicBezTo>
                  <a:pt x="10571" y="5033"/>
                  <a:pt x="10418" y="4309"/>
                  <a:pt x="10610" y="3715"/>
                </a:cubicBezTo>
                <a:cubicBezTo>
                  <a:pt x="10753" y="3270"/>
                  <a:pt x="11051" y="3024"/>
                  <a:pt x="11351" y="3055"/>
                </a:cubicBezTo>
                <a:close/>
                <a:moveTo>
                  <a:pt x="3116" y="1"/>
                </a:moveTo>
                <a:cubicBezTo>
                  <a:pt x="3920" y="8"/>
                  <a:pt x="4723" y="93"/>
                  <a:pt x="5521" y="255"/>
                </a:cubicBezTo>
                <a:cubicBezTo>
                  <a:pt x="5944" y="336"/>
                  <a:pt x="6245" y="936"/>
                  <a:pt x="6193" y="1594"/>
                </a:cubicBezTo>
                <a:cubicBezTo>
                  <a:pt x="6145" y="2200"/>
                  <a:pt x="5813" y="2653"/>
                  <a:pt x="5421" y="2649"/>
                </a:cubicBezTo>
                <a:cubicBezTo>
                  <a:pt x="5387" y="2650"/>
                  <a:pt x="5353" y="2647"/>
                  <a:pt x="5320" y="2640"/>
                </a:cubicBezTo>
                <a:cubicBezTo>
                  <a:pt x="3850" y="2341"/>
                  <a:pt x="2362" y="2327"/>
                  <a:pt x="890" y="2599"/>
                </a:cubicBezTo>
                <a:cubicBezTo>
                  <a:pt x="468" y="2700"/>
                  <a:pt x="74" y="2249"/>
                  <a:pt x="9" y="1592"/>
                </a:cubicBezTo>
                <a:cubicBezTo>
                  <a:pt x="-56" y="936"/>
                  <a:pt x="233" y="321"/>
                  <a:pt x="655" y="220"/>
                </a:cubicBezTo>
                <a:cubicBezTo>
                  <a:pt x="673" y="216"/>
                  <a:pt x="691" y="212"/>
                  <a:pt x="709" y="210"/>
                </a:cubicBezTo>
                <a:cubicBezTo>
                  <a:pt x="1509" y="63"/>
                  <a:pt x="2313" y="-7"/>
                  <a:pt x="3116" y="1"/>
                </a:cubicBezTo>
                <a:close/>
              </a:path>
            </a:pathLst>
          </a:custGeom>
          <a:solidFill>
            <a:schemeClr val="accent4"/>
          </a:solidFill>
          <a:ln w="12700">
            <a:miter lim="400000"/>
          </a:ln>
        </p:spPr>
        <p:txBody>
          <a:bodyPr lIns="45719" rIns="45719" anchor="ctr"/>
          <a:lstStyle/>
          <a:p>
            <a:pPr>
              <a:defRPr>
                <a:latin typeface="+mn-lt"/>
                <a:ea typeface="+mn-ea"/>
                <a:cs typeface="+mn-cs"/>
                <a:sym typeface="Calibri"/>
              </a:defRPr>
            </a:pPr>
            <a:endParaRPr/>
          </a:p>
        </p:txBody>
      </p:sp>
      <p:sp>
        <p:nvSpPr>
          <p:cNvPr id="145" name="Freeform: Shape 21"/>
          <p:cNvSpPr/>
          <p:nvPr/>
        </p:nvSpPr>
        <p:spPr>
          <a:xfrm flipH="1">
            <a:off x="4132972" y="6258755"/>
            <a:ext cx="1565941" cy="59924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5420" y="0"/>
                  <a:pt x="19384" y="7141"/>
                  <a:pt x="21077" y="17319"/>
                </a:cubicBezTo>
                <a:lnTo>
                  <a:pt x="21600" y="21600"/>
                </a:lnTo>
                <a:lnTo>
                  <a:pt x="0" y="21600"/>
                </a:lnTo>
                <a:lnTo>
                  <a:pt x="523" y="17319"/>
                </a:lnTo>
                <a:cubicBezTo>
                  <a:pt x="2216" y="7141"/>
                  <a:pt x="6180" y="0"/>
                  <a:pt x="10800" y="0"/>
                </a:cubicBezTo>
                <a:close/>
              </a:path>
            </a:pathLst>
          </a:custGeom>
          <a:solidFill>
            <a:schemeClr val="accent2"/>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146" name="Title Text"/>
          <p:cNvSpPr txBox="1">
            <a:spLocks noGrp="1"/>
          </p:cNvSpPr>
          <p:nvPr>
            <p:ph type="title"/>
          </p:nvPr>
        </p:nvSpPr>
        <p:spPr>
          <a:xfrm>
            <a:off x="1389888" y="1234439"/>
            <a:ext cx="3236977" cy="4069081"/>
          </a:xfrm>
          <a:prstGeom prst="rect">
            <a:avLst/>
          </a:prstGeom>
        </p:spPr>
        <p:txBody>
          <a:bodyPr/>
          <a:lstStyle>
            <a:lvl1pPr algn="ctr">
              <a:defRPr>
                <a:solidFill>
                  <a:srgbClr val="FFFFFF"/>
                </a:solidFill>
              </a:defRPr>
            </a:lvl1pPr>
          </a:lstStyle>
          <a:p>
            <a:r>
              <a:t>Title Text</a:t>
            </a:r>
          </a:p>
        </p:txBody>
      </p:sp>
      <p:sp>
        <p:nvSpPr>
          <p:cNvPr id="147" name="Slide Number"/>
          <p:cNvSpPr txBox="1">
            <a:spLocks noGrp="1"/>
          </p:cNvSpPr>
          <p:nvPr>
            <p:ph type="sldNum" sz="quarter" idx="2"/>
          </p:nvPr>
        </p:nvSpPr>
        <p:spPr>
          <a:xfrm>
            <a:off x="11083193" y="6404292"/>
            <a:ext cx="273656" cy="269241"/>
          </a:xfrm>
          <a:prstGeom prst="rect">
            <a:avLst/>
          </a:prstGeom>
        </p:spPr>
        <p:txBody>
          <a:bodyPr/>
          <a:lstStyle/>
          <a:p>
            <a:fld id="{86CB4B4D-7CA3-9044-876B-883B54F8677D}" type="slidenum">
              <a:t>‹#›</a:t>
            </a:fld>
            <a:endParaRPr/>
          </a:p>
        </p:txBody>
      </p:sp>
      <p:sp>
        <p:nvSpPr>
          <p:cNvPr id="148" name="Body Level One…"/>
          <p:cNvSpPr txBox="1">
            <a:spLocks noGrp="1"/>
          </p:cNvSpPr>
          <p:nvPr>
            <p:ph type="body" sz="quarter" idx="1"/>
          </p:nvPr>
        </p:nvSpPr>
        <p:spPr>
          <a:xfrm>
            <a:off x="6665976" y="2551176"/>
            <a:ext cx="4709160" cy="1755649"/>
          </a:xfrm>
          <a:prstGeom prst="rect">
            <a:avLst/>
          </a:prstGeom>
        </p:spPr>
        <p:txBody>
          <a:bodyPr/>
          <a:lstStyle>
            <a:lvl1pPr marL="0" indent="0">
              <a:buSzTx/>
              <a:buFontTx/>
              <a:buNone/>
              <a:defRPr sz="2400"/>
            </a:lvl1pPr>
            <a:lvl2pPr marL="304800" indent="-304800">
              <a:buFontTx/>
              <a:defRPr sz="2400"/>
            </a:lvl2pPr>
            <a:lvl3pPr marL="533400" indent="-304800">
              <a:buFontTx/>
              <a:defRPr sz="2400"/>
            </a:lvl3pPr>
            <a:lvl4pPr marL="1676400" indent="-304800">
              <a:buFontTx/>
              <a:defRPr sz="2400"/>
            </a:lvl4pPr>
            <a:lvl5pPr marL="2133600" indent="-304800">
              <a:buFontTx/>
              <a:defRPr sz="2400"/>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63" name="Title Text"/>
          <p:cNvSpPr txBox="1">
            <a:spLocks noGrp="1"/>
          </p:cNvSpPr>
          <p:nvPr>
            <p:ph type="title"/>
          </p:nvPr>
        </p:nvSpPr>
        <p:spPr>
          <a:xfrm>
            <a:off x="838200" y="365125"/>
            <a:ext cx="10515600" cy="1325563"/>
          </a:xfrm>
          <a:prstGeom prst="rect">
            <a:avLst/>
          </a:prstGeom>
        </p:spPr>
        <p:txBody>
          <a:bodyPr/>
          <a:lstStyle/>
          <a:p>
            <a:r>
              <a:t>Title Text</a:t>
            </a: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170"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171"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172"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1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180"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181"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182"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
        <p:nvSpPr>
          <p:cNvPr id="3" name="Freeform: Shape 4"/>
          <p:cNvSpPr/>
          <p:nvPr/>
        </p:nvSpPr>
        <p:spPr>
          <a:xfrm rot="16200000">
            <a:off x="-388933" y="4841194"/>
            <a:ext cx="1737401" cy="95953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539" y="0"/>
                </a:lnTo>
                <a:lnTo>
                  <a:pt x="1539" y="17790"/>
                </a:lnTo>
                <a:lnTo>
                  <a:pt x="18525" y="0"/>
                </a:lnTo>
                <a:lnTo>
                  <a:pt x="21600" y="0"/>
                </a:lnTo>
                <a:lnTo>
                  <a:pt x="1155" y="21413"/>
                </a:lnTo>
                <a:cubicBezTo>
                  <a:pt x="1038" y="21536"/>
                  <a:pt x="905" y="21600"/>
                  <a:pt x="770" y="21600"/>
                </a:cubicBezTo>
                <a:cubicBezTo>
                  <a:pt x="345" y="21600"/>
                  <a:pt x="0" y="20976"/>
                  <a:pt x="0" y="20206"/>
                </a:cubicBezTo>
                <a:close/>
              </a:path>
            </a:pathLst>
          </a:custGeom>
          <a:solidFill>
            <a:schemeClr val="accent6"/>
          </a:solidFill>
          <a:ln w="12700">
            <a:miter lim="400000"/>
          </a:ln>
        </p:spPr>
        <p:txBody>
          <a:bodyPr lIns="45719" rIns="45719" anchor="ctr"/>
          <a:lstStyle/>
          <a:p>
            <a:pPr>
              <a:defRPr>
                <a:latin typeface="+mn-lt"/>
                <a:ea typeface="+mn-ea"/>
                <a:cs typeface="+mn-cs"/>
                <a:sym typeface="Calibri"/>
              </a:defRPr>
            </a:pPr>
            <a:endParaRPr/>
          </a:p>
        </p:txBody>
      </p:sp>
      <p:sp>
        <p:nvSpPr>
          <p:cNvPr id="4" name="Freeform: Shape 5"/>
          <p:cNvSpPr/>
          <p:nvPr/>
        </p:nvSpPr>
        <p:spPr>
          <a:xfrm>
            <a:off x="10494433" y="2"/>
            <a:ext cx="849329" cy="35766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568" y="760"/>
                </a:lnTo>
                <a:cubicBezTo>
                  <a:pt x="20543" y="12654"/>
                  <a:pt x="16111" y="21600"/>
                  <a:pt x="10800" y="21600"/>
                </a:cubicBezTo>
                <a:cubicBezTo>
                  <a:pt x="5489" y="21600"/>
                  <a:pt x="1057" y="12654"/>
                  <a:pt x="32" y="760"/>
                </a:cubicBezTo>
                <a:close/>
              </a:path>
            </a:pathLst>
          </a:custGeom>
          <a:solidFill>
            <a:schemeClr val="accent4"/>
          </a:solidFill>
          <a:ln w="12700">
            <a:miter lim="400000"/>
          </a:ln>
        </p:spPr>
        <p:txBody>
          <a:bodyPr lIns="45719" rIns="45719" anchor="ctr"/>
          <a:lstStyle/>
          <a:p>
            <a:pPr algn="ctr">
              <a:defRPr>
                <a:solidFill>
                  <a:srgbClr val="FFFFFF"/>
                </a:solidFill>
                <a:latin typeface="+mn-lt"/>
                <a:ea typeface="+mn-ea"/>
                <a:cs typeface="+mn-cs"/>
                <a:sym typeface="Calibri"/>
              </a:defRPr>
            </a:pPr>
            <a:endParaRPr/>
          </a:p>
        </p:txBody>
      </p:sp>
      <p:sp>
        <p:nvSpPr>
          <p:cNvPr id="5"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6"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Tw Cen MT"/>
          <a:ea typeface="Tw Cen MT"/>
          <a:cs typeface="Tw Cen MT"/>
          <a:sym typeface="Tw Cen M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venir Next LT Pro"/>
          <a:ea typeface="Avenir Next LT Pro"/>
          <a:cs typeface="Avenir Next LT Pro"/>
          <a:sym typeface="Avenir Next LT Pro"/>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venir Next LT Pro"/>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A3ACB-9066-5FDD-4CA4-1454159AB51A}"/>
              </a:ext>
            </a:extLst>
          </p:cNvPr>
          <p:cNvSpPr>
            <a:spLocks noGrp="1"/>
          </p:cNvSpPr>
          <p:nvPr>
            <p:ph type="title"/>
          </p:nvPr>
        </p:nvSpPr>
        <p:spPr/>
        <p:txBody>
          <a:bodyPr lIns="45719" tIns="45720" rIns="45719" bIns="45720" anchor="b">
            <a:normAutofit/>
          </a:bodyPr>
          <a:lstStyle/>
          <a:p>
            <a:r>
              <a:rPr lang="en-US"/>
              <a:t>USC Housing Mobile Application Project</a:t>
            </a:r>
            <a:endParaRPr/>
          </a:p>
        </p:txBody>
      </p:sp>
      <p:sp>
        <p:nvSpPr>
          <p:cNvPr id="3" name="Text Placeholder 2">
            <a:extLst>
              <a:ext uri="{FF2B5EF4-FFF2-40B4-BE49-F238E27FC236}">
                <a16:creationId xmlns:a16="http://schemas.microsoft.com/office/drawing/2014/main" id="{9C5129A8-A038-DF75-63EE-0D12E6A5E3B6}"/>
              </a:ext>
            </a:extLst>
          </p:cNvPr>
          <p:cNvSpPr>
            <a:spLocks noGrp="1"/>
          </p:cNvSpPr>
          <p:nvPr>
            <p:ph type="body" sz="quarter" idx="1"/>
          </p:nvPr>
        </p:nvSpPr>
        <p:spPr/>
        <p:txBody>
          <a:bodyPr lIns="45719" tIns="45720" rIns="45719" bIns="45720" anchor="t">
            <a:normAutofit/>
          </a:bodyPr>
          <a:lstStyle/>
          <a:p>
            <a:r>
              <a:rPr lang="en-US" sz="4400"/>
              <a:t>Dorm Grader</a:t>
            </a:r>
          </a:p>
        </p:txBody>
      </p:sp>
    </p:spTree>
    <p:extLst>
      <p:ext uri="{BB962C8B-B14F-4D97-AF65-F5344CB8AC3E}">
        <p14:creationId xmlns:p14="http://schemas.microsoft.com/office/powerpoint/2010/main" val="147802367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and Purpose of the Meeting</a:t>
            </a:r>
          </a:p>
        </p:txBody>
      </p:sp>
      <p:sp>
        <p:nvSpPr>
          <p:cNvPr id="3" name="Text Placeholder 2"/>
          <p:cNvSpPr>
            <a:spLocks noGrp="1"/>
          </p:cNvSpPr>
          <p:nvPr>
            <p:ph type="body" sz="half" idx="1"/>
          </p:nvPr>
        </p:nvSpPr>
        <p:spPr/>
        <p:txBody>
          <a:bodyPr/>
          <a:lstStyle/>
          <a:p>
            <a:r>
              <a:t>The primary aim of today's meeting is to provide an overview of the USC Housing Mobile Application Project, gather insights, and ensure alignment with USC's vision and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Presentation of the Project Overview</a:t>
            </a:r>
          </a:p>
        </p:txBody>
      </p:sp>
      <p:sp>
        <p:nvSpPr>
          <p:cNvPr id="3" name="Text Placeholder 2"/>
          <p:cNvSpPr>
            <a:spLocks noGrp="1"/>
          </p:cNvSpPr>
          <p:nvPr>
            <p:ph type="body" sz="half" idx="1"/>
          </p:nvPr>
        </p:nvSpPr>
        <p:spPr/>
        <p:txBody>
          <a:bodyPr/>
          <a:lstStyle/>
          <a:p>
            <a:r>
              <a:t>The USC Housing Mobile Application is designed to address the primary housing concerns faced by USC students. It will offer features like housing reviews, roommate matching, and a platform for buying/selling goods.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Scope Clarification Questions</a:t>
            </a:r>
          </a:p>
        </p:txBody>
      </p:sp>
      <p:sp>
        <p:nvSpPr>
          <p:cNvPr id="3" name="Text Placeholder 2"/>
          <p:cNvSpPr>
            <a:spLocks noGrp="1"/>
          </p:cNvSpPr>
          <p:nvPr>
            <p:ph type="body" sz="half" idx="1"/>
          </p:nvPr>
        </p:nvSpPr>
        <p:spPr>
          <a:xfrm>
            <a:off x="5709711" y="1336547"/>
            <a:ext cx="5422736" cy="5252006"/>
          </a:xfrm>
        </p:spPr>
        <p:txBody>
          <a:bodyPr lIns="45719" tIns="45720" rIns="45719" bIns="45720" anchor="ctr">
            <a:normAutofit fontScale="70000" lnSpcReduction="20000"/>
          </a:bodyPr>
          <a:lstStyle/>
          <a:p>
            <a:r>
              <a:rPr lang="en-US"/>
              <a:t>What platforms can we use for development? Any preferred technologies or platforms? </a:t>
            </a:r>
          </a:p>
          <a:p>
            <a:r>
              <a:rPr lang="en-US"/>
              <a:t>What are the expected outcomes post-launch?</a:t>
            </a:r>
          </a:p>
          <a:p>
            <a:r>
              <a:rPr lang="en-US"/>
              <a:t>Are there any existing resources or partnerships to leverage? </a:t>
            </a:r>
          </a:p>
          <a:p>
            <a:r>
              <a:rPr lang="en-US"/>
              <a:t>What are the acceptable sources for our finances (we plan to generate revenue from ads, schools, and premiums)?</a:t>
            </a:r>
          </a:p>
          <a:p>
            <a:r>
              <a:rPr lang="en-US"/>
              <a:t> What are the specific guidelines for the project’s “buy/sell products from other students” aspect? Are we limited to selling used furniture, or can we explore creative options?</a:t>
            </a:r>
          </a:p>
          <a:p>
            <a:r>
              <a:rPr lang="en-US"/>
              <a:t>When you mention that the project plan should be simple, does this mean we must strictly adhere to the provided deliverables, or are we encouraged to think innovatively and potentially incorporate additional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Scope Clarification Questions</a:t>
            </a:r>
          </a:p>
        </p:txBody>
      </p:sp>
      <p:sp>
        <p:nvSpPr>
          <p:cNvPr id="3" name="Text Placeholder 2"/>
          <p:cNvSpPr>
            <a:spLocks noGrp="1"/>
          </p:cNvSpPr>
          <p:nvPr>
            <p:ph type="body" sz="half" idx="1"/>
          </p:nvPr>
        </p:nvSpPr>
        <p:spPr>
          <a:xfrm>
            <a:off x="5709711" y="1336547"/>
            <a:ext cx="5422736" cy="5252006"/>
          </a:xfrm>
        </p:spPr>
        <p:txBody>
          <a:bodyPr lIns="45719" tIns="45720" rIns="45719" bIns="45720" anchor="ctr">
            <a:normAutofit/>
          </a:bodyPr>
          <a:lstStyle/>
          <a:p>
            <a:r>
              <a:rPr lang="en-US" sz="1800"/>
              <a:t>What are the non-negotiables? </a:t>
            </a:r>
          </a:p>
          <a:p>
            <a:r>
              <a:rPr lang="en-US" sz="1800"/>
              <a:t>What’s the budget allocation? </a:t>
            </a:r>
          </a:p>
          <a:p>
            <a:r>
              <a:rPr lang="en-US" sz="1800"/>
              <a:t>Are there specific timelines or deadlines? </a:t>
            </a:r>
          </a:p>
          <a:p>
            <a:pPr>
              <a:lnSpc>
                <a:spcPct val="70000"/>
              </a:lnSpc>
            </a:pPr>
            <a:r>
              <a:rPr lang="en-US" sz="1800"/>
              <a:t>What is the Board's expectation for gathering feedback from students using the application, and how should this feedback be used to make improvements?</a:t>
            </a:r>
            <a:endParaRPr lang="en-US"/>
          </a:p>
          <a:p>
            <a:r>
              <a:rPr lang="en-US" sz="1800"/>
              <a:t>Are there unique local partnerships or integration opportunities that could enhance the application's offerings, such as collaborating with local businesses or city services?</a:t>
            </a:r>
          </a:p>
          <a:p>
            <a:r>
              <a:rPr lang="en-US" sz="1800"/>
              <a:t>Should the application integrate with other USC systems or platforms, such as the university's website or learning management system, to create a seamless student experience?</a:t>
            </a:r>
          </a:p>
          <a:p>
            <a:pPr>
              <a:lnSpc>
                <a:spcPct val="70000"/>
              </a:lnSpc>
            </a:pPr>
            <a:endParaRPr lang="en-US" sz="1800"/>
          </a:p>
        </p:txBody>
      </p:sp>
    </p:spTree>
    <p:extLst>
      <p:ext uri="{BB962C8B-B14F-4D97-AF65-F5344CB8AC3E}">
        <p14:creationId xmlns:p14="http://schemas.microsoft.com/office/powerpoint/2010/main" val="925609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Feedback and Open Discussion</a:t>
            </a:r>
          </a:p>
        </p:txBody>
      </p:sp>
      <p:sp>
        <p:nvSpPr>
          <p:cNvPr id="3" name="Text Placeholder 2"/>
          <p:cNvSpPr>
            <a:spLocks noGrp="1"/>
          </p:cNvSpPr>
          <p:nvPr>
            <p:ph type="body" sz="half" idx="1"/>
          </p:nvPr>
        </p:nvSpPr>
        <p:spPr/>
        <p:txBody>
          <a:bodyPr/>
          <a:lstStyle/>
          <a:p>
            <a:r>
              <a:t>We invite board members to share their thoughts, concerns, and suggestions to ensure the project's success and alignment with the university's goals.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 and Conclusion</a:t>
            </a:r>
          </a:p>
        </p:txBody>
      </p:sp>
      <p:sp>
        <p:nvSpPr>
          <p:cNvPr id="3" name="Text Placeholder 2"/>
          <p:cNvSpPr>
            <a:spLocks noGrp="1"/>
          </p:cNvSpPr>
          <p:nvPr>
            <p:ph type="body" sz="half" idx="1"/>
          </p:nvPr>
        </p:nvSpPr>
        <p:spPr/>
        <p:txBody>
          <a:bodyPr/>
          <a:lstStyle/>
          <a:p>
            <a:r>
              <a:t>Based on today's discussion, we'll finalize the project's scope, allocate resources, and set timelines. Our aim is to ensure a smooth development and launch process for the application.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Note</a:t>
            </a:r>
          </a:p>
        </p:txBody>
      </p:sp>
      <p:sp>
        <p:nvSpPr>
          <p:cNvPr id="3" name="Text Placeholder 2"/>
          <p:cNvSpPr>
            <a:spLocks noGrp="1"/>
          </p:cNvSpPr>
          <p:nvPr>
            <p:ph type="body" sz="half" idx="1"/>
          </p:nvPr>
        </p:nvSpPr>
        <p:spPr/>
        <p:txBody>
          <a:bodyPr/>
          <a:lstStyle/>
          <a:p>
            <a:r>
              <a:t>This meeting is crucial for gathering valuable insights and feedback. We aim to ensure the project aligns perfectly with USC's vision and objectives, benefiting the entire student community.</a:t>
            </a:r>
          </a:p>
        </p:txBody>
      </p:sp>
    </p:spTree>
  </p:cSld>
  <p:clrMapOvr>
    <a:masterClrMapping/>
  </p:clrMapOvr>
</p:sld>
</file>

<file path=ppt/theme/theme1.xml><?xml version="1.0" encoding="utf-8"?>
<a:theme xmlns:a="http://schemas.openxmlformats.org/drawingml/2006/main" name="ShapesVTI">
  <a:themeElements>
    <a:clrScheme name="ShapesVTI">
      <a:dk1>
        <a:srgbClr val="000000"/>
      </a:dk1>
      <a:lt1>
        <a:srgbClr val="FFFFFF"/>
      </a:lt1>
      <a:dk2>
        <a:srgbClr val="A7A7A7"/>
      </a:dk2>
      <a:lt2>
        <a:srgbClr val="535353"/>
      </a:lt2>
      <a:accent1>
        <a:srgbClr val="EE7661"/>
      </a:accent1>
      <a:accent2>
        <a:srgbClr val="4E91F0"/>
      </a:accent2>
      <a:accent3>
        <a:srgbClr val="5B5260"/>
      </a:accent3>
      <a:accent4>
        <a:srgbClr val="2CC3B4"/>
      </a:accent4>
      <a:accent5>
        <a:srgbClr val="C097F8"/>
      </a:accent5>
      <a:accent6>
        <a:srgbClr val="FF9514"/>
      </a:accent6>
      <a:hlink>
        <a:srgbClr val="0000FF"/>
      </a:hlink>
      <a:folHlink>
        <a:srgbClr val="FF00FF"/>
      </a:folHlink>
    </a:clrScheme>
    <a:fontScheme name="ShapesVTI">
      <a:majorFont>
        <a:latin typeface="Helvetica"/>
        <a:ea typeface="Helvetica"/>
        <a:cs typeface="Helvetica"/>
      </a:majorFont>
      <a:minorFont>
        <a:latin typeface="Calibri"/>
        <a:ea typeface="Calibri"/>
        <a:cs typeface="Calibri"/>
      </a:minorFont>
    </a:fontScheme>
    <a:fmtScheme name="Shapes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hapesVTI">
  <a:themeElements>
    <a:clrScheme name="ShapesVTI">
      <a:dk1>
        <a:srgbClr val="000000"/>
      </a:dk1>
      <a:lt1>
        <a:srgbClr val="FFFFFF"/>
      </a:lt1>
      <a:dk2>
        <a:srgbClr val="A7A7A7"/>
      </a:dk2>
      <a:lt2>
        <a:srgbClr val="535353"/>
      </a:lt2>
      <a:accent1>
        <a:srgbClr val="EE7661"/>
      </a:accent1>
      <a:accent2>
        <a:srgbClr val="4E91F0"/>
      </a:accent2>
      <a:accent3>
        <a:srgbClr val="5B5260"/>
      </a:accent3>
      <a:accent4>
        <a:srgbClr val="2CC3B4"/>
      </a:accent4>
      <a:accent5>
        <a:srgbClr val="C097F8"/>
      </a:accent5>
      <a:accent6>
        <a:srgbClr val="FF9514"/>
      </a:accent6>
      <a:hlink>
        <a:srgbClr val="0000FF"/>
      </a:hlink>
      <a:folHlink>
        <a:srgbClr val="FF00FF"/>
      </a:folHlink>
    </a:clrScheme>
    <a:fontScheme name="ShapesVTI">
      <a:majorFont>
        <a:latin typeface="Helvetica"/>
        <a:ea typeface="Helvetica"/>
        <a:cs typeface="Helvetica"/>
      </a:majorFont>
      <a:minorFont>
        <a:latin typeface="Calibri"/>
        <a:ea typeface="Calibri"/>
        <a:cs typeface="Calibri"/>
      </a:minorFont>
    </a:fontScheme>
    <a:fmtScheme name="Shapes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ShapesVTI</vt:lpstr>
      <vt:lpstr>USC Housing Mobile Application Project</vt:lpstr>
      <vt:lpstr>Introduction and Purpose of the Meeting</vt:lpstr>
      <vt:lpstr>Presentation of the Project Overview</vt:lpstr>
      <vt:lpstr>Scope Clarification Questions</vt:lpstr>
      <vt:lpstr>Scope Clarification Questions</vt:lpstr>
      <vt:lpstr>Feedback and Open Discussion</vt:lpstr>
      <vt:lpstr>Next Steps and Conclusion</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cp:revision>
  <dcterms:modified xsi:type="dcterms:W3CDTF">2023-10-17T23:17:59Z</dcterms:modified>
</cp:coreProperties>
</file>